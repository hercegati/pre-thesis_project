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87" r:id="rId2"/>
    <p:sldId id="317" r:id="rId3"/>
    <p:sldId id="319" r:id="rId4"/>
    <p:sldId id="318" r:id="rId5"/>
    <p:sldId id="320" r:id="rId6"/>
    <p:sldId id="321" r:id="rId7"/>
    <p:sldId id="322" r:id="rId8"/>
    <p:sldId id="323" r:id="rId9"/>
    <p:sldId id="324" r:id="rId10"/>
    <p:sldId id="327" r:id="rId11"/>
    <p:sldId id="325" r:id="rId12"/>
    <p:sldId id="326" r:id="rId13"/>
  </p:sldIdLst>
  <p:sldSz cx="4608513" cy="3455988"/>
  <p:notesSz cx="6858000" cy="9144000"/>
  <p:embeddedFontLst>
    <p:embeddedFont>
      <p:font typeface="Liberation Sans" panose="020B0604020202020204" charset="0"/>
      <p:regular r:id="rId16"/>
    </p:embeddedFont>
    <p:embeddedFont>
      <p:font typeface="Microsoft Sans Serif" panose="020B0604020202020204" pitchFamily="34" charset="0"/>
      <p:regular r:id="rId17"/>
    </p:embeddedFont>
  </p:embeddedFont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4">
          <p15:clr>
            <a:srgbClr val="A4A3A4"/>
          </p15:clr>
        </p15:guide>
        <p15:guide id="2" pos="14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eggface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2533"/>
    <a:srgbClr val="2A421A"/>
    <a:srgbClr val="152543"/>
    <a:srgbClr val="FF3939"/>
    <a:srgbClr val="F2FD8B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8725" autoAdjust="0"/>
    <p:restoredTop sz="94664" autoAdjust="0"/>
  </p:normalViewPr>
  <p:slideViewPr>
    <p:cSldViewPr snapToGrid="0">
      <p:cViewPr varScale="1">
        <p:scale>
          <a:sx n="202" d="100"/>
          <a:sy n="202" d="100"/>
        </p:scale>
        <p:origin x="2010" y="162"/>
      </p:cViewPr>
      <p:guideLst>
        <p:guide orient="horz" pos="1624"/>
        <p:guide pos="1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9" d="100"/>
          <a:sy n="59" d="100"/>
        </p:scale>
        <p:origin x="3006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hu-HU" dirty="0">
              <a:latin typeface="Microsoft Sans Serif" panose="020B0604020202020204" pitchFamily="34" charset="0"/>
            </a:endParaRPr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2908B3C-BAA3-413D-A9EF-047B278E2FE6}" type="datetimeFigureOut">
              <a:rPr lang="hu-HU">
                <a:latin typeface="Microsoft Sans Serif" panose="020B0604020202020204" pitchFamily="34" charset="0"/>
              </a:rPr>
              <a:pPr>
                <a:defRPr/>
              </a:pPr>
              <a:t>2025. 12. 04.</a:t>
            </a:fld>
            <a:endParaRPr lang="hu-HU" dirty="0">
              <a:latin typeface="Microsoft Sans Serif" panose="020B0604020202020204" pitchFamily="34" charset="0"/>
            </a:endParaRPr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hu-HU" dirty="0">
              <a:latin typeface="Microsoft Sans Serif" panose="020B0604020202020204" pitchFamily="34" charset="0"/>
            </a:endParaRPr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F34797CB-6AEE-4211-8B53-7B97986C6049}" type="slidenum">
              <a:rPr lang="hu-HU" altLang="hu-HU">
                <a:latin typeface="Microsoft Sans Serif" panose="020B0604020202020204" pitchFamily="34" charset="0"/>
              </a:rPr>
              <a:pPr/>
              <a:t>‹#›</a:t>
            </a:fld>
            <a:endParaRPr lang="hu-HU" altLang="hu-HU" dirty="0"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649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Microsoft Sans Serif" panose="020B0604020202020204" pitchFamily="34" charset="0"/>
              </a:defRPr>
            </a:lvl1pPr>
          </a:lstStyle>
          <a:p>
            <a:pPr>
              <a:defRPr/>
            </a:pPr>
            <a:endParaRPr lang="hu-HU" dirty="0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Microsoft Sans Serif" panose="020B0604020202020204" pitchFamily="34" charset="0"/>
              </a:defRPr>
            </a:lvl1pPr>
          </a:lstStyle>
          <a:p>
            <a:pPr>
              <a:defRPr/>
            </a:pPr>
            <a:fld id="{4EDBF499-228F-4DBD-B711-7E423785AB31}" type="datetimeFigureOut">
              <a:rPr lang="hu-HU" smtClean="0"/>
              <a:pPr>
                <a:defRPr/>
              </a:pPr>
              <a:t>2025. 12. 04.</a:t>
            </a:fld>
            <a:endParaRPr lang="hu-HU" dirty="0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hu-HU" noProof="0" dirty="0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 noProof="0" dirty="0"/>
              <a:t>Mintaszöveg szerkesztése</a:t>
            </a:r>
          </a:p>
          <a:p>
            <a:pPr lvl="1"/>
            <a:r>
              <a:rPr lang="hu-HU" noProof="0" dirty="0"/>
              <a:t>Második szint</a:t>
            </a:r>
          </a:p>
          <a:p>
            <a:pPr lvl="2"/>
            <a:r>
              <a:rPr lang="hu-HU" noProof="0" dirty="0"/>
              <a:t>Harmadik szint</a:t>
            </a:r>
          </a:p>
          <a:p>
            <a:pPr lvl="3"/>
            <a:r>
              <a:rPr lang="hu-HU" noProof="0" dirty="0"/>
              <a:t>Negyedik szint</a:t>
            </a:r>
          </a:p>
          <a:p>
            <a:pPr lvl="4"/>
            <a:r>
              <a:rPr lang="hu-HU" noProof="0" dirty="0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Microsoft Sans Serif" panose="020B0604020202020204" pitchFamily="34" charset="0"/>
              </a:defRPr>
            </a:lvl1pPr>
          </a:lstStyle>
          <a:p>
            <a:pPr>
              <a:defRPr/>
            </a:pPr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Microsoft Sans Serif" panose="020B0604020202020204" pitchFamily="34" charset="0"/>
              </a:defRPr>
            </a:lvl1pPr>
          </a:lstStyle>
          <a:p>
            <a:fld id="{94BDB230-2B3F-409D-8338-3A899A4FA877}" type="slidenum">
              <a:rPr lang="hu-HU" altLang="hu-HU" smtClean="0"/>
              <a:pPr/>
              <a:t>‹#›</a:t>
            </a:fld>
            <a:endParaRPr lang="hu-HU" altLang="hu-HU" dirty="0"/>
          </a:p>
        </p:txBody>
      </p:sp>
    </p:spTree>
    <p:extLst>
      <p:ext uri="{BB962C8B-B14F-4D97-AF65-F5344CB8AC3E}">
        <p14:creationId xmlns:p14="http://schemas.microsoft.com/office/powerpoint/2010/main" val="273956803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385763" rtl="0" eaLnBrk="0" fontAlgn="base" hangingPunct="0">
      <a:spcBef>
        <a:spcPct val="30000"/>
      </a:spcBef>
      <a:spcAft>
        <a:spcPct val="0"/>
      </a:spcAft>
      <a:defRPr sz="500" kern="1200">
        <a:solidFill>
          <a:schemeClr val="tx1"/>
        </a:solidFill>
        <a:latin typeface="Microsoft Sans Serif" panose="020B0604020202020204" pitchFamily="34" charset="0"/>
        <a:ea typeface="+mn-ea"/>
        <a:cs typeface="+mn-cs"/>
      </a:defRPr>
    </a:lvl1pPr>
    <a:lvl2pPr marL="192088" algn="l" defTabSz="385763" rtl="0" eaLnBrk="0" fontAlgn="base" hangingPunct="0">
      <a:spcBef>
        <a:spcPct val="30000"/>
      </a:spcBef>
      <a:spcAft>
        <a:spcPct val="0"/>
      </a:spcAft>
      <a:defRPr sz="500" kern="1200">
        <a:solidFill>
          <a:schemeClr val="tx1"/>
        </a:solidFill>
        <a:latin typeface="Microsoft Sans Serif" panose="020B0604020202020204" pitchFamily="34" charset="0"/>
        <a:ea typeface="+mn-ea"/>
        <a:cs typeface="+mn-cs"/>
      </a:defRPr>
    </a:lvl2pPr>
    <a:lvl3pPr marL="385763" algn="l" defTabSz="385763" rtl="0" eaLnBrk="0" fontAlgn="base" hangingPunct="0">
      <a:spcBef>
        <a:spcPct val="30000"/>
      </a:spcBef>
      <a:spcAft>
        <a:spcPct val="0"/>
      </a:spcAft>
      <a:defRPr sz="500" kern="1200">
        <a:solidFill>
          <a:schemeClr val="tx1"/>
        </a:solidFill>
        <a:latin typeface="Microsoft Sans Serif" panose="020B0604020202020204" pitchFamily="34" charset="0"/>
        <a:ea typeface="+mn-ea"/>
        <a:cs typeface="+mn-cs"/>
      </a:defRPr>
    </a:lvl3pPr>
    <a:lvl4pPr marL="579438" algn="l" defTabSz="385763" rtl="0" eaLnBrk="0" fontAlgn="base" hangingPunct="0">
      <a:spcBef>
        <a:spcPct val="30000"/>
      </a:spcBef>
      <a:spcAft>
        <a:spcPct val="0"/>
      </a:spcAft>
      <a:defRPr sz="500" kern="1200">
        <a:solidFill>
          <a:schemeClr val="tx1"/>
        </a:solidFill>
        <a:latin typeface="Microsoft Sans Serif" panose="020B0604020202020204" pitchFamily="34" charset="0"/>
        <a:ea typeface="+mn-ea"/>
        <a:cs typeface="+mn-cs"/>
      </a:defRPr>
    </a:lvl4pPr>
    <a:lvl5pPr marL="773113" algn="l" defTabSz="385763" rtl="0" eaLnBrk="0" fontAlgn="base" hangingPunct="0">
      <a:spcBef>
        <a:spcPct val="30000"/>
      </a:spcBef>
      <a:spcAft>
        <a:spcPct val="0"/>
      </a:spcAft>
      <a:defRPr sz="500" kern="1200">
        <a:solidFill>
          <a:schemeClr val="tx1"/>
        </a:solidFill>
        <a:latin typeface="Microsoft Sans Serif" panose="020B0604020202020204" pitchFamily="34" charset="0"/>
        <a:ea typeface="+mn-ea"/>
        <a:cs typeface="+mn-cs"/>
      </a:defRPr>
    </a:lvl5pPr>
    <a:lvl6pPr marL="967664" algn="l" defTabSz="387066" rtl="0" eaLnBrk="1" latinLnBrk="0" hangingPunct="1">
      <a:defRPr sz="508" kern="1200">
        <a:solidFill>
          <a:schemeClr val="tx1"/>
        </a:solidFill>
        <a:latin typeface="+mn-lt"/>
        <a:ea typeface="+mn-ea"/>
        <a:cs typeface="+mn-cs"/>
      </a:defRPr>
    </a:lvl6pPr>
    <a:lvl7pPr marL="1161197" algn="l" defTabSz="387066" rtl="0" eaLnBrk="1" latinLnBrk="0" hangingPunct="1">
      <a:defRPr sz="508" kern="1200">
        <a:solidFill>
          <a:schemeClr val="tx1"/>
        </a:solidFill>
        <a:latin typeface="+mn-lt"/>
        <a:ea typeface="+mn-ea"/>
        <a:cs typeface="+mn-cs"/>
      </a:defRPr>
    </a:lvl7pPr>
    <a:lvl8pPr marL="1354729" algn="l" defTabSz="387066" rtl="0" eaLnBrk="1" latinLnBrk="0" hangingPunct="1">
      <a:defRPr sz="508" kern="1200">
        <a:solidFill>
          <a:schemeClr val="tx1"/>
        </a:solidFill>
        <a:latin typeface="+mn-lt"/>
        <a:ea typeface="+mn-ea"/>
        <a:cs typeface="+mn-cs"/>
      </a:defRPr>
    </a:lvl8pPr>
    <a:lvl9pPr marL="1548262" algn="l" defTabSz="387066" rtl="0" eaLnBrk="1" latinLnBrk="0" hangingPunct="1">
      <a:defRPr sz="50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dlap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cni"/>
          <p:cNvSpPr/>
          <p:nvPr userDrawn="1"/>
        </p:nvSpPr>
        <p:spPr>
          <a:xfrm>
            <a:off x="36513" y="306388"/>
            <a:ext cx="4535487" cy="1216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line"/>
          <p:cNvSpPr txBox="1"/>
          <p:nvPr userDrawn="1"/>
        </p:nvSpPr>
        <p:spPr>
          <a:xfrm>
            <a:off x="222250" y="3251200"/>
            <a:ext cx="2724150" cy="114300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BME – Budapest University of Technology and Economics</a:t>
            </a:r>
          </a:p>
        </p:txBody>
      </p:sp>
      <p:sp>
        <p:nvSpPr>
          <p:cNvPr id="7" name="url"/>
          <p:cNvSpPr txBox="1">
            <a:spLocks noChangeArrowheads="1"/>
          </p:cNvSpPr>
          <p:nvPr userDrawn="1"/>
        </p:nvSpPr>
        <p:spPr bwMode="auto">
          <a:xfrm>
            <a:off x="3864886" y="3250692"/>
            <a:ext cx="511397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hu-HU" sz="800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hvt.bme.hu</a:t>
            </a:r>
            <a:endParaRPr lang="en-US" altLang="hu-HU" sz="700" i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Kép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4608513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pic"/>
          <p:cNvSpPr/>
          <p:nvPr userDrawn="1"/>
        </p:nvSpPr>
        <p:spPr>
          <a:xfrm>
            <a:off x="31750" y="1774825"/>
            <a:ext cx="4540250" cy="1412875"/>
          </a:xfrm>
          <a:custGeom>
            <a:avLst/>
            <a:gdLst>
              <a:gd name="connsiteX0" fmla="*/ 0 w 1066800"/>
              <a:gd name="connsiteY0" fmla="*/ 92077 h 552450"/>
              <a:gd name="connsiteX1" fmla="*/ 92077 w 1066800"/>
              <a:gd name="connsiteY1" fmla="*/ 0 h 552450"/>
              <a:gd name="connsiteX2" fmla="*/ 974723 w 1066800"/>
              <a:gd name="connsiteY2" fmla="*/ 0 h 552450"/>
              <a:gd name="connsiteX3" fmla="*/ 1066800 w 1066800"/>
              <a:gd name="connsiteY3" fmla="*/ 92077 h 552450"/>
              <a:gd name="connsiteX4" fmla="*/ 1066800 w 1066800"/>
              <a:gd name="connsiteY4" fmla="*/ 460373 h 552450"/>
              <a:gd name="connsiteX5" fmla="*/ 974723 w 1066800"/>
              <a:gd name="connsiteY5" fmla="*/ 552450 h 552450"/>
              <a:gd name="connsiteX6" fmla="*/ 92077 w 1066800"/>
              <a:gd name="connsiteY6" fmla="*/ 552450 h 552450"/>
              <a:gd name="connsiteX7" fmla="*/ 0 w 1066800"/>
              <a:gd name="connsiteY7" fmla="*/ 460373 h 552450"/>
              <a:gd name="connsiteX8" fmla="*/ 0 w 1066800"/>
              <a:gd name="connsiteY8" fmla="*/ 92077 h 552450"/>
              <a:gd name="connsiteX0" fmla="*/ 0 w 1066800"/>
              <a:gd name="connsiteY0" fmla="*/ 92077 h 552450"/>
              <a:gd name="connsiteX1" fmla="*/ 974723 w 1066800"/>
              <a:gd name="connsiteY1" fmla="*/ 0 h 552450"/>
              <a:gd name="connsiteX2" fmla="*/ 1066800 w 1066800"/>
              <a:gd name="connsiteY2" fmla="*/ 92077 h 552450"/>
              <a:gd name="connsiteX3" fmla="*/ 1066800 w 1066800"/>
              <a:gd name="connsiteY3" fmla="*/ 460373 h 552450"/>
              <a:gd name="connsiteX4" fmla="*/ 974723 w 1066800"/>
              <a:gd name="connsiteY4" fmla="*/ 552450 h 552450"/>
              <a:gd name="connsiteX5" fmla="*/ 92077 w 1066800"/>
              <a:gd name="connsiteY5" fmla="*/ 552450 h 552450"/>
              <a:gd name="connsiteX6" fmla="*/ 0 w 1066800"/>
              <a:gd name="connsiteY6" fmla="*/ 460373 h 552450"/>
              <a:gd name="connsiteX7" fmla="*/ 0 w 1066800"/>
              <a:gd name="connsiteY7" fmla="*/ 92077 h 552450"/>
              <a:gd name="connsiteX0" fmla="*/ 0 w 1066800"/>
              <a:gd name="connsiteY0" fmla="*/ 46038 h 506411"/>
              <a:gd name="connsiteX1" fmla="*/ 1066800 w 1066800"/>
              <a:gd name="connsiteY1" fmla="*/ 46038 h 506411"/>
              <a:gd name="connsiteX2" fmla="*/ 1066800 w 1066800"/>
              <a:gd name="connsiteY2" fmla="*/ 414334 h 506411"/>
              <a:gd name="connsiteX3" fmla="*/ 974723 w 1066800"/>
              <a:gd name="connsiteY3" fmla="*/ 506411 h 506411"/>
              <a:gd name="connsiteX4" fmla="*/ 92077 w 1066800"/>
              <a:gd name="connsiteY4" fmla="*/ 506411 h 506411"/>
              <a:gd name="connsiteX5" fmla="*/ 0 w 1066800"/>
              <a:gd name="connsiteY5" fmla="*/ 414334 h 506411"/>
              <a:gd name="connsiteX6" fmla="*/ 0 w 1066800"/>
              <a:gd name="connsiteY6" fmla="*/ 46038 h 506411"/>
              <a:gd name="connsiteX0" fmla="*/ 0 w 1066800"/>
              <a:gd name="connsiteY0" fmla="*/ 0 h 460373"/>
              <a:gd name="connsiteX1" fmla="*/ 1066800 w 1066800"/>
              <a:gd name="connsiteY1" fmla="*/ 0 h 460373"/>
              <a:gd name="connsiteX2" fmla="*/ 1066800 w 1066800"/>
              <a:gd name="connsiteY2" fmla="*/ 368296 h 460373"/>
              <a:gd name="connsiteX3" fmla="*/ 974723 w 1066800"/>
              <a:gd name="connsiteY3" fmla="*/ 460373 h 460373"/>
              <a:gd name="connsiteX4" fmla="*/ 92077 w 1066800"/>
              <a:gd name="connsiteY4" fmla="*/ 460373 h 460373"/>
              <a:gd name="connsiteX5" fmla="*/ 0 w 1066800"/>
              <a:gd name="connsiteY5" fmla="*/ 368296 h 460373"/>
              <a:gd name="connsiteX6" fmla="*/ 0 w 1066800"/>
              <a:gd name="connsiteY6" fmla="*/ 0 h 460373"/>
              <a:gd name="connsiteX0" fmla="*/ 0 w 1066800"/>
              <a:gd name="connsiteY0" fmla="*/ 0 h 460373"/>
              <a:gd name="connsiteX1" fmla="*/ 1066800 w 1066800"/>
              <a:gd name="connsiteY1" fmla="*/ 0 h 460373"/>
              <a:gd name="connsiteX2" fmla="*/ 974723 w 1066800"/>
              <a:gd name="connsiteY2" fmla="*/ 460373 h 460373"/>
              <a:gd name="connsiteX3" fmla="*/ 92077 w 1066800"/>
              <a:gd name="connsiteY3" fmla="*/ 460373 h 460373"/>
              <a:gd name="connsiteX4" fmla="*/ 0 w 1066800"/>
              <a:gd name="connsiteY4" fmla="*/ 368296 h 460373"/>
              <a:gd name="connsiteX5" fmla="*/ 0 w 1066800"/>
              <a:gd name="connsiteY5" fmla="*/ 0 h 460373"/>
              <a:gd name="connsiteX0" fmla="*/ 0 w 1076323"/>
              <a:gd name="connsiteY0" fmla="*/ 0 h 460373"/>
              <a:gd name="connsiteX1" fmla="*/ 1066800 w 1076323"/>
              <a:gd name="connsiteY1" fmla="*/ 0 h 460373"/>
              <a:gd name="connsiteX2" fmla="*/ 1076323 w 1076323"/>
              <a:gd name="connsiteY2" fmla="*/ 450848 h 460373"/>
              <a:gd name="connsiteX3" fmla="*/ 92077 w 1076323"/>
              <a:gd name="connsiteY3" fmla="*/ 460373 h 460373"/>
              <a:gd name="connsiteX4" fmla="*/ 0 w 1076323"/>
              <a:gd name="connsiteY4" fmla="*/ 368296 h 460373"/>
              <a:gd name="connsiteX5" fmla="*/ 0 w 1076323"/>
              <a:gd name="connsiteY5" fmla="*/ 0 h 460373"/>
              <a:gd name="connsiteX0" fmla="*/ 0 w 1073148"/>
              <a:gd name="connsiteY0" fmla="*/ 0 h 460373"/>
              <a:gd name="connsiteX1" fmla="*/ 1066800 w 1073148"/>
              <a:gd name="connsiteY1" fmla="*/ 0 h 460373"/>
              <a:gd name="connsiteX2" fmla="*/ 1073148 w 1073148"/>
              <a:gd name="connsiteY2" fmla="*/ 454023 h 460373"/>
              <a:gd name="connsiteX3" fmla="*/ 92077 w 1073148"/>
              <a:gd name="connsiteY3" fmla="*/ 460373 h 460373"/>
              <a:gd name="connsiteX4" fmla="*/ 0 w 1073148"/>
              <a:gd name="connsiteY4" fmla="*/ 368296 h 460373"/>
              <a:gd name="connsiteX5" fmla="*/ 0 w 1073148"/>
              <a:gd name="connsiteY5" fmla="*/ 0 h 460373"/>
              <a:gd name="connsiteX0" fmla="*/ 0 w 1066800"/>
              <a:gd name="connsiteY0" fmla="*/ 0 h 460373"/>
              <a:gd name="connsiteX1" fmla="*/ 1066800 w 1066800"/>
              <a:gd name="connsiteY1" fmla="*/ 0 h 460373"/>
              <a:gd name="connsiteX2" fmla="*/ 1066004 w 1066800"/>
              <a:gd name="connsiteY2" fmla="*/ 454023 h 460373"/>
              <a:gd name="connsiteX3" fmla="*/ 92077 w 1066800"/>
              <a:gd name="connsiteY3" fmla="*/ 460373 h 460373"/>
              <a:gd name="connsiteX4" fmla="*/ 0 w 1066800"/>
              <a:gd name="connsiteY4" fmla="*/ 368296 h 460373"/>
              <a:gd name="connsiteX5" fmla="*/ 0 w 1066800"/>
              <a:gd name="connsiteY5" fmla="*/ 0 h 460373"/>
              <a:gd name="connsiteX0" fmla="*/ 0 w 1066800"/>
              <a:gd name="connsiteY0" fmla="*/ 0 h 460373"/>
              <a:gd name="connsiteX1" fmla="*/ 1066800 w 1066800"/>
              <a:gd name="connsiteY1" fmla="*/ 0 h 460373"/>
              <a:gd name="connsiteX2" fmla="*/ 1066004 w 1066800"/>
              <a:gd name="connsiteY2" fmla="*/ 458785 h 460373"/>
              <a:gd name="connsiteX3" fmla="*/ 92077 w 1066800"/>
              <a:gd name="connsiteY3" fmla="*/ 460373 h 460373"/>
              <a:gd name="connsiteX4" fmla="*/ 0 w 1066800"/>
              <a:gd name="connsiteY4" fmla="*/ 368296 h 460373"/>
              <a:gd name="connsiteX5" fmla="*/ 0 w 1066800"/>
              <a:gd name="connsiteY5" fmla="*/ 0 h 460373"/>
              <a:gd name="connsiteX0" fmla="*/ 352 w 1067152"/>
              <a:gd name="connsiteY0" fmla="*/ 0 h 460373"/>
              <a:gd name="connsiteX1" fmla="*/ 1067152 w 1067152"/>
              <a:gd name="connsiteY1" fmla="*/ 0 h 460373"/>
              <a:gd name="connsiteX2" fmla="*/ 1066356 w 1067152"/>
              <a:gd name="connsiteY2" fmla="*/ 458785 h 460373"/>
              <a:gd name="connsiteX3" fmla="*/ 92429 w 1067152"/>
              <a:gd name="connsiteY3" fmla="*/ 460373 h 460373"/>
              <a:gd name="connsiteX4" fmla="*/ 352 w 1067152"/>
              <a:gd name="connsiteY4" fmla="*/ 368296 h 460373"/>
              <a:gd name="connsiteX5" fmla="*/ 352 w 1067152"/>
              <a:gd name="connsiteY5" fmla="*/ 0 h 460373"/>
              <a:gd name="connsiteX0" fmla="*/ 0 w 1066800"/>
              <a:gd name="connsiteY0" fmla="*/ 0 h 460373"/>
              <a:gd name="connsiteX1" fmla="*/ 1066800 w 1066800"/>
              <a:gd name="connsiteY1" fmla="*/ 0 h 460373"/>
              <a:gd name="connsiteX2" fmla="*/ 1066004 w 1066800"/>
              <a:gd name="connsiteY2" fmla="*/ 458785 h 460373"/>
              <a:gd name="connsiteX3" fmla="*/ 92077 w 1066800"/>
              <a:gd name="connsiteY3" fmla="*/ 460373 h 460373"/>
              <a:gd name="connsiteX4" fmla="*/ 0 w 1066800"/>
              <a:gd name="connsiteY4" fmla="*/ 368296 h 460373"/>
              <a:gd name="connsiteX5" fmla="*/ 0 w 1066800"/>
              <a:gd name="connsiteY5" fmla="*/ 0 h 460373"/>
              <a:gd name="connsiteX0" fmla="*/ 0 w 1066800"/>
              <a:gd name="connsiteY0" fmla="*/ 0 h 460483"/>
              <a:gd name="connsiteX1" fmla="*/ 1066800 w 1066800"/>
              <a:gd name="connsiteY1" fmla="*/ 0 h 460483"/>
              <a:gd name="connsiteX2" fmla="*/ 1066004 w 1066800"/>
              <a:gd name="connsiteY2" fmla="*/ 458785 h 460483"/>
              <a:gd name="connsiteX3" fmla="*/ 92077 w 1066800"/>
              <a:gd name="connsiteY3" fmla="*/ 460373 h 460483"/>
              <a:gd name="connsiteX4" fmla="*/ 0 w 1066800"/>
              <a:gd name="connsiteY4" fmla="*/ 368296 h 460483"/>
              <a:gd name="connsiteX5" fmla="*/ 0 w 1066800"/>
              <a:gd name="connsiteY5" fmla="*/ 0 h 460483"/>
              <a:gd name="connsiteX0" fmla="*/ 0 w 1066800"/>
              <a:gd name="connsiteY0" fmla="*/ 0 h 460483"/>
              <a:gd name="connsiteX1" fmla="*/ 1066800 w 1066800"/>
              <a:gd name="connsiteY1" fmla="*/ 0 h 460483"/>
              <a:gd name="connsiteX2" fmla="*/ 1066004 w 1066800"/>
              <a:gd name="connsiteY2" fmla="*/ 458785 h 460483"/>
              <a:gd name="connsiteX3" fmla="*/ 21139 w 1066800"/>
              <a:gd name="connsiteY3" fmla="*/ 460373 h 460483"/>
              <a:gd name="connsiteX4" fmla="*/ 0 w 1066800"/>
              <a:gd name="connsiteY4" fmla="*/ 368296 h 460483"/>
              <a:gd name="connsiteX5" fmla="*/ 0 w 1066800"/>
              <a:gd name="connsiteY5" fmla="*/ 0 h 460483"/>
              <a:gd name="connsiteX0" fmla="*/ 0 w 1066800"/>
              <a:gd name="connsiteY0" fmla="*/ 0 h 460383"/>
              <a:gd name="connsiteX1" fmla="*/ 1066800 w 1066800"/>
              <a:gd name="connsiteY1" fmla="*/ 0 h 460383"/>
              <a:gd name="connsiteX2" fmla="*/ 1066004 w 1066800"/>
              <a:gd name="connsiteY2" fmla="*/ 458785 h 460383"/>
              <a:gd name="connsiteX3" fmla="*/ 21139 w 1066800"/>
              <a:gd name="connsiteY3" fmla="*/ 460373 h 460383"/>
              <a:gd name="connsiteX4" fmla="*/ 0 w 1066800"/>
              <a:gd name="connsiteY4" fmla="*/ 368296 h 460383"/>
              <a:gd name="connsiteX5" fmla="*/ 0 w 1066800"/>
              <a:gd name="connsiteY5" fmla="*/ 0 h 460383"/>
              <a:gd name="connsiteX0" fmla="*/ 0 w 1066800"/>
              <a:gd name="connsiteY0" fmla="*/ 0 h 460537"/>
              <a:gd name="connsiteX1" fmla="*/ 1066800 w 1066800"/>
              <a:gd name="connsiteY1" fmla="*/ 0 h 460537"/>
              <a:gd name="connsiteX2" fmla="*/ 1066004 w 1066800"/>
              <a:gd name="connsiteY2" fmla="*/ 458785 h 460537"/>
              <a:gd name="connsiteX3" fmla="*/ 21139 w 1066800"/>
              <a:gd name="connsiteY3" fmla="*/ 460373 h 460537"/>
              <a:gd name="connsiteX4" fmla="*/ 0 w 1066800"/>
              <a:gd name="connsiteY4" fmla="*/ 435123 h 460537"/>
              <a:gd name="connsiteX5" fmla="*/ 0 w 1066800"/>
              <a:gd name="connsiteY5" fmla="*/ 0 h 460537"/>
              <a:gd name="connsiteX0" fmla="*/ 0 w 1066800"/>
              <a:gd name="connsiteY0" fmla="*/ 0 h 460389"/>
              <a:gd name="connsiteX1" fmla="*/ 1066800 w 1066800"/>
              <a:gd name="connsiteY1" fmla="*/ 0 h 460389"/>
              <a:gd name="connsiteX2" fmla="*/ 1066004 w 1066800"/>
              <a:gd name="connsiteY2" fmla="*/ 458785 h 460389"/>
              <a:gd name="connsiteX3" fmla="*/ 21139 w 1066800"/>
              <a:gd name="connsiteY3" fmla="*/ 460373 h 460389"/>
              <a:gd name="connsiteX4" fmla="*/ 0 w 1066800"/>
              <a:gd name="connsiteY4" fmla="*/ 435123 h 460389"/>
              <a:gd name="connsiteX5" fmla="*/ 0 w 1066800"/>
              <a:gd name="connsiteY5" fmla="*/ 0 h 460389"/>
              <a:gd name="connsiteX0" fmla="*/ 0 w 1066800"/>
              <a:gd name="connsiteY0" fmla="*/ 0 h 460376"/>
              <a:gd name="connsiteX1" fmla="*/ 1066800 w 1066800"/>
              <a:gd name="connsiteY1" fmla="*/ 0 h 460376"/>
              <a:gd name="connsiteX2" fmla="*/ 1066004 w 1066800"/>
              <a:gd name="connsiteY2" fmla="*/ 458785 h 460376"/>
              <a:gd name="connsiteX3" fmla="*/ 21139 w 1066800"/>
              <a:gd name="connsiteY3" fmla="*/ 460373 h 460376"/>
              <a:gd name="connsiteX4" fmla="*/ 0 w 1066800"/>
              <a:gd name="connsiteY4" fmla="*/ 435123 h 460376"/>
              <a:gd name="connsiteX5" fmla="*/ 0 w 1066800"/>
              <a:gd name="connsiteY5" fmla="*/ 0 h 460376"/>
              <a:gd name="connsiteX0" fmla="*/ 0 w 1066800"/>
              <a:gd name="connsiteY0" fmla="*/ 0 h 460376"/>
              <a:gd name="connsiteX1" fmla="*/ 1066800 w 1066800"/>
              <a:gd name="connsiteY1" fmla="*/ 0 h 460376"/>
              <a:gd name="connsiteX2" fmla="*/ 1066004 w 1066800"/>
              <a:gd name="connsiteY2" fmla="*/ 458785 h 460376"/>
              <a:gd name="connsiteX3" fmla="*/ 21139 w 1066800"/>
              <a:gd name="connsiteY3" fmla="*/ 460373 h 460376"/>
              <a:gd name="connsiteX4" fmla="*/ 0 w 1066800"/>
              <a:gd name="connsiteY4" fmla="*/ 435123 h 460376"/>
              <a:gd name="connsiteX5" fmla="*/ 0 w 1066800"/>
              <a:gd name="connsiteY5" fmla="*/ 0 h 460376"/>
              <a:gd name="connsiteX0" fmla="*/ 0 w 1066800"/>
              <a:gd name="connsiteY0" fmla="*/ 0 h 460376"/>
              <a:gd name="connsiteX1" fmla="*/ 1066800 w 1066800"/>
              <a:gd name="connsiteY1" fmla="*/ 0 h 460376"/>
              <a:gd name="connsiteX2" fmla="*/ 1066004 w 1066800"/>
              <a:gd name="connsiteY2" fmla="*/ 458785 h 460376"/>
              <a:gd name="connsiteX3" fmla="*/ 21139 w 1066800"/>
              <a:gd name="connsiteY3" fmla="*/ 460373 h 460376"/>
              <a:gd name="connsiteX4" fmla="*/ 0 w 1066800"/>
              <a:gd name="connsiteY4" fmla="*/ 435123 h 460376"/>
              <a:gd name="connsiteX5" fmla="*/ 0 w 1066800"/>
              <a:gd name="connsiteY5" fmla="*/ 0 h 460376"/>
              <a:gd name="connsiteX0" fmla="*/ 0 w 1066800"/>
              <a:gd name="connsiteY0" fmla="*/ 0 h 460376"/>
              <a:gd name="connsiteX1" fmla="*/ 1066800 w 1066800"/>
              <a:gd name="connsiteY1" fmla="*/ 0 h 460376"/>
              <a:gd name="connsiteX2" fmla="*/ 1066004 w 1066800"/>
              <a:gd name="connsiteY2" fmla="*/ 460304 h 460376"/>
              <a:gd name="connsiteX3" fmla="*/ 21139 w 1066800"/>
              <a:gd name="connsiteY3" fmla="*/ 460373 h 460376"/>
              <a:gd name="connsiteX4" fmla="*/ 0 w 1066800"/>
              <a:gd name="connsiteY4" fmla="*/ 435123 h 460376"/>
              <a:gd name="connsiteX5" fmla="*/ 0 w 1066800"/>
              <a:gd name="connsiteY5" fmla="*/ 0 h 460376"/>
              <a:gd name="connsiteX0" fmla="*/ 0 w 1066800"/>
              <a:gd name="connsiteY0" fmla="*/ 0 h 460376"/>
              <a:gd name="connsiteX1" fmla="*/ 1066800 w 1066800"/>
              <a:gd name="connsiteY1" fmla="*/ 0 h 460376"/>
              <a:gd name="connsiteX2" fmla="*/ 1066564 w 1066800"/>
              <a:gd name="connsiteY2" fmla="*/ 460304 h 460376"/>
              <a:gd name="connsiteX3" fmla="*/ 21139 w 1066800"/>
              <a:gd name="connsiteY3" fmla="*/ 460373 h 460376"/>
              <a:gd name="connsiteX4" fmla="*/ 0 w 1066800"/>
              <a:gd name="connsiteY4" fmla="*/ 435123 h 460376"/>
              <a:gd name="connsiteX5" fmla="*/ 0 w 1066800"/>
              <a:gd name="connsiteY5" fmla="*/ 0 h 460376"/>
              <a:gd name="connsiteX0" fmla="*/ 3 w 1066803"/>
              <a:gd name="connsiteY0" fmla="*/ 0 h 460379"/>
              <a:gd name="connsiteX1" fmla="*/ 1066803 w 1066803"/>
              <a:gd name="connsiteY1" fmla="*/ 0 h 460379"/>
              <a:gd name="connsiteX2" fmla="*/ 1066567 w 1066803"/>
              <a:gd name="connsiteY2" fmla="*/ 460304 h 460379"/>
              <a:gd name="connsiteX3" fmla="*/ 21142 w 1066803"/>
              <a:gd name="connsiteY3" fmla="*/ 460373 h 460379"/>
              <a:gd name="connsiteX4" fmla="*/ 3 w 1066803"/>
              <a:gd name="connsiteY4" fmla="*/ 435123 h 460379"/>
              <a:gd name="connsiteX5" fmla="*/ 3 w 1066803"/>
              <a:gd name="connsiteY5" fmla="*/ 0 h 460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66803" h="460379">
                <a:moveTo>
                  <a:pt x="3" y="0"/>
                </a:moveTo>
                <a:lnTo>
                  <a:pt x="1066803" y="0"/>
                </a:lnTo>
                <a:cubicBezTo>
                  <a:pt x="1066538" y="151341"/>
                  <a:pt x="1066832" y="308963"/>
                  <a:pt x="1066567" y="460304"/>
                </a:cubicBezTo>
                <a:lnTo>
                  <a:pt x="21142" y="460373"/>
                </a:lnTo>
                <a:cubicBezTo>
                  <a:pt x="9933" y="460626"/>
                  <a:pt x="-228" y="453076"/>
                  <a:pt x="3" y="435123"/>
                </a:cubicBezTo>
                <a:lnTo>
                  <a:pt x="3" y="0"/>
                </a:lnTo>
                <a:close/>
              </a:path>
            </a:pathLst>
          </a:custGeom>
          <a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footline"/>
          <p:cNvSpPr txBox="1">
            <a:spLocks noChangeArrowheads="1"/>
          </p:cNvSpPr>
          <p:nvPr userDrawn="1"/>
        </p:nvSpPr>
        <p:spPr bwMode="auto">
          <a:xfrm>
            <a:off x="222250" y="1597025"/>
            <a:ext cx="3471926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r>
              <a:rPr lang="hu-HU" altLang="hu-HU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hu-HU" altLang="hu-HU" sz="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Broadband</a:t>
            </a:r>
            <a:r>
              <a:rPr lang="hu-HU" altLang="hu-HU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altLang="hu-HU" sz="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Infocommunication</a:t>
            </a:r>
            <a:r>
              <a:rPr lang="hu-HU" altLang="hu-HU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altLang="hu-HU" sz="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Electromagnetic</a:t>
            </a:r>
            <a:r>
              <a:rPr lang="hu-HU" altLang="hu-HU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altLang="hu-HU" sz="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Theory</a:t>
            </a:r>
            <a:endParaRPr lang="en-US" altLang="hu-HU" sz="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itle"/>
          <p:cNvSpPr>
            <a:spLocks noGrp="1"/>
          </p:cNvSpPr>
          <p:nvPr>
            <p:ph type="body" sz="quarter" idx="10"/>
          </p:nvPr>
        </p:nvSpPr>
        <p:spPr>
          <a:xfrm>
            <a:off x="221230" y="476737"/>
            <a:ext cx="3301200" cy="444113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300" b="1" baseline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hu-HU" dirty="0"/>
              <a:t>Mintaszöveg szerkesztése</a:t>
            </a:r>
          </a:p>
        </p:txBody>
      </p:sp>
      <p:sp>
        <p:nvSpPr>
          <p:cNvPr id="23" name="descript"/>
          <p:cNvSpPr>
            <a:spLocks noGrp="1"/>
          </p:cNvSpPr>
          <p:nvPr>
            <p:ph type="body" sz="quarter" idx="11"/>
          </p:nvPr>
        </p:nvSpPr>
        <p:spPr>
          <a:xfrm>
            <a:off x="221617" y="1012403"/>
            <a:ext cx="3304800" cy="10440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>
              <a:buNone/>
              <a:defRPr sz="800" baseline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hu-HU" dirty="0"/>
              <a:t>Mintaszöveg szerkesztése</a:t>
            </a:r>
          </a:p>
        </p:txBody>
      </p:sp>
      <p:sp>
        <p:nvSpPr>
          <p:cNvPr id="25" name="author"/>
          <p:cNvSpPr>
            <a:spLocks noGrp="1"/>
          </p:cNvSpPr>
          <p:nvPr>
            <p:ph type="body" sz="quarter" idx="12"/>
          </p:nvPr>
        </p:nvSpPr>
        <p:spPr>
          <a:xfrm>
            <a:off x="222305" y="1166385"/>
            <a:ext cx="3303424" cy="11520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marR="0" indent="0" algn="l" defTabSz="460766" rtl="0" eaLnBrk="1" fontAlgn="auto" latinLnBrk="0" hangingPunct="1">
              <a:lnSpc>
                <a:spcPct val="9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hu-HU" dirty="0"/>
              <a:t>Mintaszöveg szerkesztése</a:t>
            </a:r>
          </a:p>
        </p:txBody>
      </p:sp>
    </p:spTree>
    <p:extLst>
      <p:ext uri="{BB962C8B-B14F-4D97-AF65-F5344CB8AC3E}">
        <p14:creationId xmlns:p14="http://schemas.microsoft.com/office/powerpoint/2010/main" val="1784621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dlap_H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cni"/>
          <p:cNvSpPr/>
          <p:nvPr userDrawn="1"/>
        </p:nvSpPr>
        <p:spPr>
          <a:xfrm>
            <a:off x="36513" y="306388"/>
            <a:ext cx="4535487" cy="1216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line"/>
          <p:cNvSpPr txBox="1"/>
          <p:nvPr userDrawn="1"/>
        </p:nvSpPr>
        <p:spPr>
          <a:xfrm>
            <a:off x="222250" y="3251200"/>
            <a:ext cx="2752598" cy="114300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BME – Budapest</a:t>
            </a:r>
            <a:r>
              <a:rPr lang="hu-HU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Műszaki és Gazdaságtudományi Egyetem</a:t>
            </a:r>
            <a:endParaRPr lang="en-US" sz="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url"/>
          <p:cNvSpPr txBox="1">
            <a:spLocks noChangeArrowheads="1"/>
          </p:cNvSpPr>
          <p:nvPr userDrawn="1"/>
        </p:nvSpPr>
        <p:spPr bwMode="auto">
          <a:xfrm>
            <a:off x="3859934" y="3258820"/>
            <a:ext cx="519101" cy="106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tabLst/>
              <a:defRPr/>
            </a:pPr>
            <a:r>
              <a:rPr lang="en-US" altLang="hu-HU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hvt.bme.hu</a:t>
            </a:r>
          </a:p>
        </p:txBody>
      </p:sp>
      <p:pic>
        <p:nvPicPr>
          <p:cNvPr id="9" name="Kép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4608513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pic"/>
          <p:cNvSpPr/>
          <p:nvPr userDrawn="1"/>
        </p:nvSpPr>
        <p:spPr>
          <a:xfrm>
            <a:off x="31750" y="1774825"/>
            <a:ext cx="4540250" cy="1412875"/>
          </a:xfrm>
          <a:custGeom>
            <a:avLst/>
            <a:gdLst>
              <a:gd name="connsiteX0" fmla="*/ 0 w 1066800"/>
              <a:gd name="connsiteY0" fmla="*/ 92077 h 552450"/>
              <a:gd name="connsiteX1" fmla="*/ 92077 w 1066800"/>
              <a:gd name="connsiteY1" fmla="*/ 0 h 552450"/>
              <a:gd name="connsiteX2" fmla="*/ 974723 w 1066800"/>
              <a:gd name="connsiteY2" fmla="*/ 0 h 552450"/>
              <a:gd name="connsiteX3" fmla="*/ 1066800 w 1066800"/>
              <a:gd name="connsiteY3" fmla="*/ 92077 h 552450"/>
              <a:gd name="connsiteX4" fmla="*/ 1066800 w 1066800"/>
              <a:gd name="connsiteY4" fmla="*/ 460373 h 552450"/>
              <a:gd name="connsiteX5" fmla="*/ 974723 w 1066800"/>
              <a:gd name="connsiteY5" fmla="*/ 552450 h 552450"/>
              <a:gd name="connsiteX6" fmla="*/ 92077 w 1066800"/>
              <a:gd name="connsiteY6" fmla="*/ 552450 h 552450"/>
              <a:gd name="connsiteX7" fmla="*/ 0 w 1066800"/>
              <a:gd name="connsiteY7" fmla="*/ 460373 h 552450"/>
              <a:gd name="connsiteX8" fmla="*/ 0 w 1066800"/>
              <a:gd name="connsiteY8" fmla="*/ 92077 h 552450"/>
              <a:gd name="connsiteX0" fmla="*/ 0 w 1066800"/>
              <a:gd name="connsiteY0" fmla="*/ 92077 h 552450"/>
              <a:gd name="connsiteX1" fmla="*/ 974723 w 1066800"/>
              <a:gd name="connsiteY1" fmla="*/ 0 h 552450"/>
              <a:gd name="connsiteX2" fmla="*/ 1066800 w 1066800"/>
              <a:gd name="connsiteY2" fmla="*/ 92077 h 552450"/>
              <a:gd name="connsiteX3" fmla="*/ 1066800 w 1066800"/>
              <a:gd name="connsiteY3" fmla="*/ 460373 h 552450"/>
              <a:gd name="connsiteX4" fmla="*/ 974723 w 1066800"/>
              <a:gd name="connsiteY4" fmla="*/ 552450 h 552450"/>
              <a:gd name="connsiteX5" fmla="*/ 92077 w 1066800"/>
              <a:gd name="connsiteY5" fmla="*/ 552450 h 552450"/>
              <a:gd name="connsiteX6" fmla="*/ 0 w 1066800"/>
              <a:gd name="connsiteY6" fmla="*/ 460373 h 552450"/>
              <a:gd name="connsiteX7" fmla="*/ 0 w 1066800"/>
              <a:gd name="connsiteY7" fmla="*/ 92077 h 552450"/>
              <a:gd name="connsiteX0" fmla="*/ 0 w 1066800"/>
              <a:gd name="connsiteY0" fmla="*/ 46038 h 506411"/>
              <a:gd name="connsiteX1" fmla="*/ 1066800 w 1066800"/>
              <a:gd name="connsiteY1" fmla="*/ 46038 h 506411"/>
              <a:gd name="connsiteX2" fmla="*/ 1066800 w 1066800"/>
              <a:gd name="connsiteY2" fmla="*/ 414334 h 506411"/>
              <a:gd name="connsiteX3" fmla="*/ 974723 w 1066800"/>
              <a:gd name="connsiteY3" fmla="*/ 506411 h 506411"/>
              <a:gd name="connsiteX4" fmla="*/ 92077 w 1066800"/>
              <a:gd name="connsiteY4" fmla="*/ 506411 h 506411"/>
              <a:gd name="connsiteX5" fmla="*/ 0 w 1066800"/>
              <a:gd name="connsiteY5" fmla="*/ 414334 h 506411"/>
              <a:gd name="connsiteX6" fmla="*/ 0 w 1066800"/>
              <a:gd name="connsiteY6" fmla="*/ 46038 h 506411"/>
              <a:gd name="connsiteX0" fmla="*/ 0 w 1066800"/>
              <a:gd name="connsiteY0" fmla="*/ 0 h 460373"/>
              <a:gd name="connsiteX1" fmla="*/ 1066800 w 1066800"/>
              <a:gd name="connsiteY1" fmla="*/ 0 h 460373"/>
              <a:gd name="connsiteX2" fmla="*/ 1066800 w 1066800"/>
              <a:gd name="connsiteY2" fmla="*/ 368296 h 460373"/>
              <a:gd name="connsiteX3" fmla="*/ 974723 w 1066800"/>
              <a:gd name="connsiteY3" fmla="*/ 460373 h 460373"/>
              <a:gd name="connsiteX4" fmla="*/ 92077 w 1066800"/>
              <a:gd name="connsiteY4" fmla="*/ 460373 h 460373"/>
              <a:gd name="connsiteX5" fmla="*/ 0 w 1066800"/>
              <a:gd name="connsiteY5" fmla="*/ 368296 h 460373"/>
              <a:gd name="connsiteX6" fmla="*/ 0 w 1066800"/>
              <a:gd name="connsiteY6" fmla="*/ 0 h 460373"/>
              <a:gd name="connsiteX0" fmla="*/ 0 w 1066800"/>
              <a:gd name="connsiteY0" fmla="*/ 0 h 460373"/>
              <a:gd name="connsiteX1" fmla="*/ 1066800 w 1066800"/>
              <a:gd name="connsiteY1" fmla="*/ 0 h 460373"/>
              <a:gd name="connsiteX2" fmla="*/ 974723 w 1066800"/>
              <a:gd name="connsiteY2" fmla="*/ 460373 h 460373"/>
              <a:gd name="connsiteX3" fmla="*/ 92077 w 1066800"/>
              <a:gd name="connsiteY3" fmla="*/ 460373 h 460373"/>
              <a:gd name="connsiteX4" fmla="*/ 0 w 1066800"/>
              <a:gd name="connsiteY4" fmla="*/ 368296 h 460373"/>
              <a:gd name="connsiteX5" fmla="*/ 0 w 1066800"/>
              <a:gd name="connsiteY5" fmla="*/ 0 h 460373"/>
              <a:gd name="connsiteX0" fmla="*/ 0 w 1076323"/>
              <a:gd name="connsiteY0" fmla="*/ 0 h 460373"/>
              <a:gd name="connsiteX1" fmla="*/ 1066800 w 1076323"/>
              <a:gd name="connsiteY1" fmla="*/ 0 h 460373"/>
              <a:gd name="connsiteX2" fmla="*/ 1076323 w 1076323"/>
              <a:gd name="connsiteY2" fmla="*/ 450848 h 460373"/>
              <a:gd name="connsiteX3" fmla="*/ 92077 w 1076323"/>
              <a:gd name="connsiteY3" fmla="*/ 460373 h 460373"/>
              <a:gd name="connsiteX4" fmla="*/ 0 w 1076323"/>
              <a:gd name="connsiteY4" fmla="*/ 368296 h 460373"/>
              <a:gd name="connsiteX5" fmla="*/ 0 w 1076323"/>
              <a:gd name="connsiteY5" fmla="*/ 0 h 460373"/>
              <a:gd name="connsiteX0" fmla="*/ 0 w 1073148"/>
              <a:gd name="connsiteY0" fmla="*/ 0 h 460373"/>
              <a:gd name="connsiteX1" fmla="*/ 1066800 w 1073148"/>
              <a:gd name="connsiteY1" fmla="*/ 0 h 460373"/>
              <a:gd name="connsiteX2" fmla="*/ 1073148 w 1073148"/>
              <a:gd name="connsiteY2" fmla="*/ 454023 h 460373"/>
              <a:gd name="connsiteX3" fmla="*/ 92077 w 1073148"/>
              <a:gd name="connsiteY3" fmla="*/ 460373 h 460373"/>
              <a:gd name="connsiteX4" fmla="*/ 0 w 1073148"/>
              <a:gd name="connsiteY4" fmla="*/ 368296 h 460373"/>
              <a:gd name="connsiteX5" fmla="*/ 0 w 1073148"/>
              <a:gd name="connsiteY5" fmla="*/ 0 h 460373"/>
              <a:gd name="connsiteX0" fmla="*/ 0 w 1066800"/>
              <a:gd name="connsiteY0" fmla="*/ 0 h 460373"/>
              <a:gd name="connsiteX1" fmla="*/ 1066800 w 1066800"/>
              <a:gd name="connsiteY1" fmla="*/ 0 h 460373"/>
              <a:gd name="connsiteX2" fmla="*/ 1066004 w 1066800"/>
              <a:gd name="connsiteY2" fmla="*/ 454023 h 460373"/>
              <a:gd name="connsiteX3" fmla="*/ 92077 w 1066800"/>
              <a:gd name="connsiteY3" fmla="*/ 460373 h 460373"/>
              <a:gd name="connsiteX4" fmla="*/ 0 w 1066800"/>
              <a:gd name="connsiteY4" fmla="*/ 368296 h 460373"/>
              <a:gd name="connsiteX5" fmla="*/ 0 w 1066800"/>
              <a:gd name="connsiteY5" fmla="*/ 0 h 460373"/>
              <a:gd name="connsiteX0" fmla="*/ 0 w 1066800"/>
              <a:gd name="connsiteY0" fmla="*/ 0 h 460373"/>
              <a:gd name="connsiteX1" fmla="*/ 1066800 w 1066800"/>
              <a:gd name="connsiteY1" fmla="*/ 0 h 460373"/>
              <a:gd name="connsiteX2" fmla="*/ 1066004 w 1066800"/>
              <a:gd name="connsiteY2" fmla="*/ 458785 h 460373"/>
              <a:gd name="connsiteX3" fmla="*/ 92077 w 1066800"/>
              <a:gd name="connsiteY3" fmla="*/ 460373 h 460373"/>
              <a:gd name="connsiteX4" fmla="*/ 0 w 1066800"/>
              <a:gd name="connsiteY4" fmla="*/ 368296 h 460373"/>
              <a:gd name="connsiteX5" fmla="*/ 0 w 1066800"/>
              <a:gd name="connsiteY5" fmla="*/ 0 h 460373"/>
              <a:gd name="connsiteX0" fmla="*/ 352 w 1067152"/>
              <a:gd name="connsiteY0" fmla="*/ 0 h 460373"/>
              <a:gd name="connsiteX1" fmla="*/ 1067152 w 1067152"/>
              <a:gd name="connsiteY1" fmla="*/ 0 h 460373"/>
              <a:gd name="connsiteX2" fmla="*/ 1066356 w 1067152"/>
              <a:gd name="connsiteY2" fmla="*/ 458785 h 460373"/>
              <a:gd name="connsiteX3" fmla="*/ 92429 w 1067152"/>
              <a:gd name="connsiteY3" fmla="*/ 460373 h 460373"/>
              <a:gd name="connsiteX4" fmla="*/ 352 w 1067152"/>
              <a:gd name="connsiteY4" fmla="*/ 368296 h 460373"/>
              <a:gd name="connsiteX5" fmla="*/ 352 w 1067152"/>
              <a:gd name="connsiteY5" fmla="*/ 0 h 460373"/>
              <a:gd name="connsiteX0" fmla="*/ 0 w 1066800"/>
              <a:gd name="connsiteY0" fmla="*/ 0 h 460373"/>
              <a:gd name="connsiteX1" fmla="*/ 1066800 w 1066800"/>
              <a:gd name="connsiteY1" fmla="*/ 0 h 460373"/>
              <a:gd name="connsiteX2" fmla="*/ 1066004 w 1066800"/>
              <a:gd name="connsiteY2" fmla="*/ 458785 h 460373"/>
              <a:gd name="connsiteX3" fmla="*/ 92077 w 1066800"/>
              <a:gd name="connsiteY3" fmla="*/ 460373 h 460373"/>
              <a:gd name="connsiteX4" fmla="*/ 0 w 1066800"/>
              <a:gd name="connsiteY4" fmla="*/ 368296 h 460373"/>
              <a:gd name="connsiteX5" fmla="*/ 0 w 1066800"/>
              <a:gd name="connsiteY5" fmla="*/ 0 h 460373"/>
              <a:gd name="connsiteX0" fmla="*/ 0 w 1066800"/>
              <a:gd name="connsiteY0" fmla="*/ 0 h 460483"/>
              <a:gd name="connsiteX1" fmla="*/ 1066800 w 1066800"/>
              <a:gd name="connsiteY1" fmla="*/ 0 h 460483"/>
              <a:gd name="connsiteX2" fmla="*/ 1066004 w 1066800"/>
              <a:gd name="connsiteY2" fmla="*/ 458785 h 460483"/>
              <a:gd name="connsiteX3" fmla="*/ 92077 w 1066800"/>
              <a:gd name="connsiteY3" fmla="*/ 460373 h 460483"/>
              <a:gd name="connsiteX4" fmla="*/ 0 w 1066800"/>
              <a:gd name="connsiteY4" fmla="*/ 368296 h 460483"/>
              <a:gd name="connsiteX5" fmla="*/ 0 w 1066800"/>
              <a:gd name="connsiteY5" fmla="*/ 0 h 460483"/>
              <a:gd name="connsiteX0" fmla="*/ 0 w 1066800"/>
              <a:gd name="connsiteY0" fmla="*/ 0 h 460483"/>
              <a:gd name="connsiteX1" fmla="*/ 1066800 w 1066800"/>
              <a:gd name="connsiteY1" fmla="*/ 0 h 460483"/>
              <a:gd name="connsiteX2" fmla="*/ 1066004 w 1066800"/>
              <a:gd name="connsiteY2" fmla="*/ 458785 h 460483"/>
              <a:gd name="connsiteX3" fmla="*/ 21139 w 1066800"/>
              <a:gd name="connsiteY3" fmla="*/ 460373 h 460483"/>
              <a:gd name="connsiteX4" fmla="*/ 0 w 1066800"/>
              <a:gd name="connsiteY4" fmla="*/ 368296 h 460483"/>
              <a:gd name="connsiteX5" fmla="*/ 0 w 1066800"/>
              <a:gd name="connsiteY5" fmla="*/ 0 h 460483"/>
              <a:gd name="connsiteX0" fmla="*/ 0 w 1066800"/>
              <a:gd name="connsiteY0" fmla="*/ 0 h 460383"/>
              <a:gd name="connsiteX1" fmla="*/ 1066800 w 1066800"/>
              <a:gd name="connsiteY1" fmla="*/ 0 h 460383"/>
              <a:gd name="connsiteX2" fmla="*/ 1066004 w 1066800"/>
              <a:gd name="connsiteY2" fmla="*/ 458785 h 460383"/>
              <a:gd name="connsiteX3" fmla="*/ 21139 w 1066800"/>
              <a:gd name="connsiteY3" fmla="*/ 460373 h 460383"/>
              <a:gd name="connsiteX4" fmla="*/ 0 w 1066800"/>
              <a:gd name="connsiteY4" fmla="*/ 368296 h 460383"/>
              <a:gd name="connsiteX5" fmla="*/ 0 w 1066800"/>
              <a:gd name="connsiteY5" fmla="*/ 0 h 460383"/>
              <a:gd name="connsiteX0" fmla="*/ 0 w 1066800"/>
              <a:gd name="connsiteY0" fmla="*/ 0 h 460537"/>
              <a:gd name="connsiteX1" fmla="*/ 1066800 w 1066800"/>
              <a:gd name="connsiteY1" fmla="*/ 0 h 460537"/>
              <a:gd name="connsiteX2" fmla="*/ 1066004 w 1066800"/>
              <a:gd name="connsiteY2" fmla="*/ 458785 h 460537"/>
              <a:gd name="connsiteX3" fmla="*/ 21139 w 1066800"/>
              <a:gd name="connsiteY3" fmla="*/ 460373 h 460537"/>
              <a:gd name="connsiteX4" fmla="*/ 0 w 1066800"/>
              <a:gd name="connsiteY4" fmla="*/ 435123 h 460537"/>
              <a:gd name="connsiteX5" fmla="*/ 0 w 1066800"/>
              <a:gd name="connsiteY5" fmla="*/ 0 h 460537"/>
              <a:gd name="connsiteX0" fmla="*/ 0 w 1066800"/>
              <a:gd name="connsiteY0" fmla="*/ 0 h 460389"/>
              <a:gd name="connsiteX1" fmla="*/ 1066800 w 1066800"/>
              <a:gd name="connsiteY1" fmla="*/ 0 h 460389"/>
              <a:gd name="connsiteX2" fmla="*/ 1066004 w 1066800"/>
              <a:gd name="connsiteY2" fmla="*/ 458785 h 460389"/>
              <a:gd name="connsiteX3" fmla="*/ 21139 w 1066800"/>
              <a:gd name="connsiteY3" fmla="*/ 460373 h 460389"/>
              <a:gd name="connsiteX4" fmla="*/ 0 w 1066800"/>
              <a:gd name="connsiteY4" fmla="*/ 435123 h 460389"/>
              <a:gd name="connsiteX5" fmla="*/ 0 w 1066800"/>
              <a:gd name="connsiteY5" fmla="*/ 0 h 460389"/>
              <a:gd name="connsiteX0" fmla="*/ 0 w 1066800"/>
              <a:gd name="connsiteY0" fmla="*/ 0 h 460376"/>
              <a:gd name="connsiteX1" fmla="*/ 1066800 w 1066800"/>
              <a:gd name="connsiteY1" fmla="*/ 0 h 460376"/>
              <a:gd name="connsiteX2" fmla="*/ 1066004 w 1066800"/>
              <a:gd name="connsiteY2" fmla="*/ 458785 h 460376"/>
              <a:gd name="connsiteX3" fmla="*/ 21139 w 1066800"/>
              <a:gd name="connsiteY3" fmla="*/ 460373 h 460376"/>
              <a:gd name="connsiteX4" fmla="*/ 0 w 1066800"/>
              <a:gd name="connsiteY4" fmla="*/ 435123 h 460376"/>
              <a:gd name="connsiteX5" fmla="*/ 0 w 1066800"/>
              <a:gd name="connsiteY5" fmla="*/ 0 h 460376"/>
              <a:gd name="connsiteX0" fmla="*/ 0 w 1066800"/>
              <a:gd name="connsiteY0" fmla="*/ 0 h 460376"/>
              <a:gd name="connsiteX1" fmla="*/ 1066800 w 1066800"/>
              <a:gd name="connsiteY1" fmla="*/ 0 h 460376"/>
              <a:gd name="connsiteX2" fmla="*/ 1066004 w 1066800"/>
              <a:gd name="connsiteY2" fmla="*/ 458785 h 460376"/>
              <a:gd name="connsiteX3" fmla="*/ 21139 w 1066800"/>
              <a:gd name="connsiteY3" fmla="*/ 460373 h 460376"/>
              <a:gd name="connsiteX4" fmla="*/ 0 w 1066800"/>
              <a:gd name="connsiteY4" fmla="*/ 435123 h 460376"/>
              <a:gd name="connsiteX5" fmla="*/ 0 w 1066800"/>
              <a:gd name="connsiteY5" fmla="*/ 0 h 460376"/>
              <a:gd name="connsiteX0" fmla="*/ 0 w 1066800"/>
              <a:gd name="connsiteY0" fmla="*/ 0 h 460376"/>
              <a:gd name="connsiteX1" fmla="*/ 1066800 w 1066800"/>
              <a:gd name="connsiteY1" fmla="*/ 0 h 460376"/>
              <a:gd name="connsiteX2" fmla="*/ 1066004 w 1066800"/>
              <a:gd name="connsiteY2" fmla="*/ 458785 h 460376"/>
              <a:gd name="connsiteX3" fmla="*/ 21139 w 1066800"/>
              <a:gd name="connsiteY3" fmla="*/ 460373 h 460376"/>
              <a:gd name="connsiteX4" fmla="*/ 0 w 1066800"/>
              <a:gd name="connsiteY4" fmla="*/ 435123 h 460376"/>
              <a:gd name="connsiteX5" fmla="*/ 0 w 1066800"/>
              <a:gd name="connsiteY5" fmla="*/ 0 h 460376"/>
              <a:gd name="connsiteX0" fmla="*/ 0 w 1066800"/>
              <a:gd name="connsiteY0" fmla="*/ 0 h 460376"/>
              <a:gd name="connsiteX1" fmla="*/ 1066800 w 1066800"/>
              <a:gd name="connsiteY1" fmla="*/ 0 h 460376"/>
              <a:gd name="connsiteX2" fmla="*/ 1066004 w 1066800"/>
              <a:gd name="connsiteY2" fmla="*/ 460304 h 460376"/>
              <a:gd name="connsiteX3" fmla="*/ 21139 w 1066800"/>
              <a:gd name="connsiteY3" fmla="*/ 460373 h 460376"/>
              <a:gd name="connsiteX4" fmla="*/ 0 w 1066800"/>
              <a:gd name="connsiteY4" fmla="*/ 435123 h 460376"/>
              <a:gd name="connsiteX5" fmla="*/ 0 w 1066800"/>
              <a:gd name="connsiteY5" fmla="*/ 0 h 460376"/>
              <a:gd name="connsiteX0" fmla="*/ 0 w 1066800"/>
              <a:gd name="connsiteY0" fmla="*/ 0 h 460376"/>
              <a:gd name="connsiteX1" fmla="*/ 1066800 w 1066800"/>
              <a:gd name="connsiteY1" fmla="*/ 0 h 460376"/>
              <a:gd name="connsiteX2" fmla="*/ 1066564 w 1066800"/>
              <a:gd name="connsiteY2" fmla="*/ 460304 h 460376"/>
              <a:gd name="connsiteX3" fmla="*/ 21139 w 1066800"/>
              <a:gd name="connsiteY3" fmla="*/ 460373 h 460376"/>
              <a:gd name="connsiteX4" fmla="*/ 0 w 1066800"/>
              <a:gd name="connsiteY4" fmla="*/ 435123 h 460376"/>
              <a:gd name="connsiteX5" fmla="*/ 0 w 1066800"/>
              <a:gd name="connsiteY5" fmla="*/ 0 h 460376"/>
              <a:gd name="connsiteX0" fmla="*/ 3 w 1066803"/>
              <a:gd name="connsiteY0" fmla="*/ 0 h 460379"/>
              <a:gd name="connsiteX1" fmla="*/ 1066803 w 1066803"/>
              <a:gd name="connsiteY1" fmla="*/ 0 h 460379"/>
              <a:gd name="connsiteX2" fmla="*/ 1066567 w 1066803"/>
              <a:gd name="connsiteY2" fmla="*/ 460304 h 460379"/>
              <a:gd name="connsiteX3" fmla="*/ 21142 w 1066803"/>
              <a:gd name="connsiteY3" fmla="*/ 460373 h 460379"/>
              <a:gd name="connsiteX4" fmla="*/ 3 w 1066803"/>
              <a:gd name="connsiteY4" fmla="*/ 435123 h 460379"/>
              <a:gd name="connsiteX5" fmla="*/ 3 w 1066803"/>
              <a:gd name="connsiteY5" fmla="*/ 0 h 460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66803" h="460379">
                <a:moveTo>
                  <a:pt x="3" y="0"/>
                </a:moveTo>
                <a:lnTo>
                  <a:pt x="1066803" y="0"/>
                </a:lnTo>
                <a:cubicBezTo>
                  <a:pt x="1066538" y="151341"/>
                  <a:pt x="1066832" y="308963"/>
                  <a:pt x="1066567" y="460304"/>
                </a:cubicBezTo>
                <a:lnTo>
                  <a:pt x="21142" y="460373"/>
                </a:lnTo>
                <a:cubicBezTo>
                  <a:pt x="9933" y="460626"/>
                  <a:pt x="-228" y="453076"/>
                  <a:pt x="3" y="435123"/>
                </a:cubicBezTo>
                <a:lnTo>
                  <a:pt x="3" y="0"/>
                </a:lnTo>
                <a:close/>
              </a:path>
            </a:pathLst>
          </a:custGeom>
          <a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ootline"/>
          <p:cNvSpPr txBox="1">
            <a:spLocks noChangeArrowheads="1"/>
          </p:cNvSpPr>
          <p:nvPr userDrawn="1"/>
        </p:nvSpPr>
        <p:spPr bwMode="auto">
          <a:xfrm>
            <a:off x="222250" y="1597025"/>
            <a:ext cx="3133725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r>
              <a:rPr lang="hu-HU" altLang="hu-HU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Szélessávú Hírközlés és Villamosságtan Tanszék</a:t>
            </a:r>
            <a:endParaRPr lang="en-US" altLang="hu-HU" sz="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itle"/>
          <p:cNvSpPr>
            <a:spLocks noGrp="1"/>
          </p:cNvSpPr>
          <p:nvPr>
            <p:ph type="body" sz="quarter" idx="10"/>
          </p:nvPr>
        </p:nvSpPr>
        <p:spPr>
          <a:xfrm>
            <a:off x="221131" y="476737"/>
            <a:ext cx="3301200" cy="444113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300" b="1" baseline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Liberation Sans" panose="020B0604020202020204" pitchFamily="34" charset="0"/>
              </a:defRPr>
            </a:lvl2pPr>
          </a:lstStyle>
          <a:p>
            <a:pPr lvl="0"/>
            <a:r>
              <a:rPr lang="hu-HU" dirty="0"/>
              <a:t>Mintaszöveg szerkesztése</a:t>
            </a:r>
          </a:p>
        </p:txBody>
      </p:sp>
      <p:sp>
        <p:nvSpPr>
          <p:cNvPr id="23" name="descript"/>
          <p:cNvSpPr>
            <a:spLocks noGrp="1"/>
          </p:cNvSpPr>
          <p:nvPr>
            <p:ph type="body" sz="quarter" idx="11"/>
          </p:nvPr>
        </p:nvSpPr>
        <p:spPr>
          <a:xfrm>
            <a:off x="221617" y="1012403"/>
            <a:ext cx="3304800" cy="10440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>
              <a:buNone/>
              <a:defRPr sz="800" baseline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hu-HU" dirty="0"/>
              <a:t>Mintaszöveg szerkesztése</a:t>
            </a:r>
          </a:p>
        </p:txBody>
      </p:sp>
      <p:sp>
        <p:nvSpPr>
          <p:cNvPr id="25" name="author"/>
          <p:cNvSpPr>
            <a:spLocks noGrp="1"/>
          </p:cNvSpPr>
          <p:nvPr>
            <p:ph type="body" sz="quarter" idx="12"/>
          </p:nvPr>
        </p:nvSpPr>
        <p:spPr>
          <a:xfrm>
            <a:off x="222305" y="1166385"/>
            <a:ext cx="3303424" cy="11520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marR="0" indent="0" algn="l" defTabSz="460766" rtl="0" eaLnBrk="1" fontAlgn="auto" latinLnBrk="0" hangingPunct="1">
              <a:lnSpc>
                <a:spcPct val="9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hu-HU" dirty="0"/>
              <a:t>Mintaszöveg szerkesztése</a:t>
            </a:r>
          </a:p>
        </p:txBody>
      </p:sp>
    </p:spTree>
    <p:extLst>
      <p:ext uri="{BB962C8B-B14F-4D97-AF65-F5344CB8AC3E}">
        <p14:creationId xmlns:p14="http://schemas.microsoft.com/office/powerpoint/2010/main" val="148817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cni"/>
          <p:cNvSpPr/>
          <p:nvPr userDrawn="1"/>
        </p:nvSpPr>
        <p:spPr>
          <a:xfrm rot="5400000">
            <a:off x="701675" y="-613866"/>
            <a:ext cx="3132138" cy="4535487"/>
          </a:xfrm>
          <a:custGeom>
            <a:avLst/>
            <a:gdLst>
              <a:gd name="connsiteX0" fmla="*/ 453823 w 2722882"/>
              <a:gd name="connsiteY0" fmla="*/ 0 h 4450083"/>
              <a:gd name="connsiteX1" fmla="*/ 2722882 w 2722882"/>
              <a:gd name="connsiteY1" fmla="*/ 0 h 4450083"/>
              <a:gd name="connsiteX2" fmla="*/ 2722882 w 2722882"/>
              <a:gd name="connsiteY2" fmla="*/ 0 h 4450083"/>
              <a:gd name="connsiteX3" fmla="*/ 2722882 w 2722882"/>
              <a:gd name="connsiteY3" fmla="*/ 3996260 h 4450083"/>
              <a:gd name="connsiteX4" fmla="*/ 2269059 w 2722882"/>
              <a:gd name="connsiteY4" fmla="*/ 4450083 h 4450083"/>
              <a:gd name="connsiteX5" fmla="*/ 0 w 2722882"/>
              <a:gd name="connsiteY5" fmla="*/ 4450083 h 4450083"/>
              <a:gd name="connsiteX6" fmla="*/ 0 w 2722882"/>
              <a:gd name="connsiteY6" fmla="*/ 4450083 h 4450083"/>
              <a:gd name="connsiteX7" fmla="*/ 0 w 2722882"/>
              <a:gd name="connsiteY7" fmla="*/ 453823 h 4450083"/>
              <a:gd name="connsiteX8" fmla="*/ 453823 w 2722882"/>
              <a:gd name="connsiteY8" fmla="*/ 0 h 4450083"/>
              <a:gd name="connsiteX0" fmla="*/ 453823 w 2749641"/>
              <a:gd name="connsiteY0" fmla="*/ 0 h 4450083"/>
              <a:gd name="connsiteX1" fmla="*/ 2722882 w 2749641"/>
              <a:gd name="connsiteY1" fmla="*/ 0 h 4450083"/>
              <a:gd name="connsiteX2" fmla="*/ 2722882 w 2749641"/>
              <a:gd name="connsiteY2" fmla="*/ 0 h 4450083"/>
              <a:gd name="connsiteX3" fmla="*/ 2722882 w 2749641"/>
              <a:gd name="connsiteY3" fmla="*/ 3996260 h 4450083"/>
              <a:gd name="connsiteX4" fmla="*/ 2588149 w 2749641"/>
              <a:gd name="connsiteY4" fmla="*/ 4450083 h 4450083"/>
              <a:gd name="connsiteX5" fmla="*/ 0 w 2749641"/>
              <a:gd name="connsiteY5" fmla="*/ 4450083 h 4450083"/>
              <a:gd name="connsiteX6" fmla="*/ 0 w 2749641"/>
              <a:gd name="connsiteY6" fmla="*/ 4450083 h 4450083"/>
              <a:gd name="connsiteX7" fmla="*/ 0 w 2749641"/>
              <a:gd name="connsiteY7" fmla="*/ 453823 h 4450083"/>
              <a:gd name="connsiteX8" fmla="*/ 453823 w 2749641"/>
              <a:gd name="connsiteY8" fmla="*/ 0 h 4450083"/>
              <a:gd name="connsiteX0" fmla="*/ 453823 w 2722882"/>
              <a:gd name="connsiteY0" fmla="*/ 0 h 4450083"/>
              <a:gd name="connsiteX1" fmla="*/ 2722882 w 2722882"/>
              <a:gd name="connsiteY1" fmla="*/ 0 h 4450083"/>
              <a:gd name="connsiteX2" fmla="*/ 2722882 w 2722882"/>
              <a:gd name="connsiteY2" fmla="*/ 0 h 4450083"/>
              <a:gd name="connsiteX3" fmla="*/ 2722882 w 2722882"/>
              <a:gd name="connsiteY3" fmla="*/ 3996260 h 4450083"/>
              <a:gd name="connsiteX4" fmla="*/ 2588149 w 2722882"/>
              <a:gd name="connsiteY4" fmla="*/ 4450083 h 4450083"/>
              <a:gd name="connsiteX5" fmla="*/ 0 w 2722882"/>
              <a:gd name="connsiteY5" fmla="*/ 4450083 h 4450083"/>
              <a:gd name="connsiteX6" fmla="*/ 0 w 2722882"/>
              <a:gd name="connsiteY6" fmla="*/ 4450083 h 4450083"/>
              <a:gd name="connsiteX7" fmla="*/ 0 w 2722882"/>
              <a:gd name="connsiteY7" fmla="*/ 453823 h 4450083"/>
              <a:gd name="connsiteX8" fmla="*/ 453823 w 2722882"/>
              <a:gd name="connsiteY8" fmla="*/ 0 h 4450083"/>
              <a:gd name="connsiteX0" fmla="*/ 453823 w 2722882"/>
              <a:gd name="connsiteY0" fmla="*/ 0 h 4450083"/>
              <a:gd name="connsiteX1" fmla="*/ 2722882 w 2722882"/>
              <a:gd name="connsiteY1" fmla="*/ 0 h 4450083"/>
              <a:gd name="connsiteX2" fmla="*/ 2722882 w 2722882"/>
              <a:gd name="connsiteY2" fmla="*/ 0 h 4450083"/>
              <a:gd name="connsiteX3" fmla="*/ 2722882 w 2722882"/>
              <a:gd name="connsiteY3" fmla="*/ 3996260 h 4450083"/>
              <a:gd name="connsiteX4" fmla="*/ 2588149 w 2722882"/>
              <a:gd name="connsiteY4" fmla="*/ 4450083 h 4450083"/>
              <a:gd name="connsiteX5" fmla="*/ 0 w 2722882"/>
              <a:gd name="connsiteY5" fmla="*/ 4450083 h 4450083"/>
              <a:gd name="connsiteX6" fmla="*/ 0 w 2722882"/>
              <a:gd name="connsiteY6" fmla="*/ 4450083 h 4450083"/>
              <a:gd name="connsiteX7" fmla="*/ 0 w 2722882"/>
              <a:gd name="connsiteY7" fmla="*/ 453823 h 4450083"/>
              <a:gd name="connsiteX8" fmla="*/ 453823 w 2722882"/>
              <a:gd name="connsiteY8" fmla="*/ 0 h 4450083"/>
              <a:gd name="connsiteX0" fmla="*/ 453823 w 2722885"/>
              <a:gd name="connsiteY0" fmla="*/ 0 h 4450083"/>
              <a:gd name="connsiteX1" fmla="*/ 2722882 w 2722885"/>
              <a:gd name="connsiteY1" fmla="*/ 0 h 4450083"/>
              <a:gd name="connsiteX2" fmla="*/ 2722882 w 2722885"/>
              <a:gd name="connsiteY2" fmla="*/ 0 h 4450083"/>
              <a:gd name="connsiteX3" fmla="*/ 2722885 w 2722885"/>
              <a:gd name="connsiteY3" fmla="*/ 4324872 h 4450083"/>
              <a:gd name="connsiteX4" fmla="*/ 2588149 w 2722885"/>
              <a:gd name="connsiteY4" fmla="*/ 4450083 h 4450083"/>
              <a:gd name="connsiteX5" fmla="*/ 0 w 2722885"/>
              <a:gd name="connsiteY5" fmla="*/ 4450083 h 4450083"/>
              <a:gd name="connsiteX6" fmla="*/ 0 w 2722885"/>
              <a:gd name="connsiteY6" fmla="*/ 4450083 h 4450083"/>
              <a:gd name="connsiteX7" fmla="*/ 0 w 2722885"/>
              <a:gd name="connsiteY7" fmla="*/ 453823 h 4450083"/>
              <a:gd name="connsiteX8" fmla="*/ 453823 w 2722885"/>
              <a:gd name="connsiteY8" fmla="*/ 0 h 4450083"/>
              <a:gd name="connsiteX0" fmla="*/ 453823 w 2722885"/>
              <a:gd name="connsiteY0" fmla="*/ 0 h 4450083"/>
              <a:gd name="connsiteX1" fmla="*/ 2722882 w 2722885"/>
              <a:gd name="connsiteY1" fmla="*/ 0 h 4450083"/>
              <a:gd name="connsiteX2" fmla="*/ 2722882 w 2722885"/>
              <a:gd name="connsiteY2" fmla="*/ 0 h 4450083"/>
              <a:gd name="connsiteX3" fmla="*/ 2722885 w 2722885"/>
              <a:gd name="connsiteY3" fmla="*/ 4324872 h 4450083"/>
              <a:gd name="connsiteX4" fmla="*/ 2588149 w 2722885"/>
              <a:gd name="connsiteY4" fmla="*/ 4450083 h 4450083"/>
              <a:gd name="connsiteX5" fmla="*/ 0 w 2722885"/>
              <a:gd name="connsiteY5" fmla="*/ 4450083 h 4450083"/>
              <a:gd name="connsiteX6" fmla="*/ 0 w 2722885"/>
              <a:gd name="connsiteY6" fmla="*/ 4450083 h 4450083"/>
              <a:gd name="connsiteX7" fmla="*/ 0 w 2722885"/>
              <a:gd name="connsiteY7" fmla="*/ 453823 h 4450083"/>
              <a:gd name="connsiteX8" fmla="*/ 453823 w 2722885"/>
              <a:gd name="connsiteY8" fmla="*/ 0 h 4450083"/>
              <a:gd name="connsiteX0" fmla="*/ 453823 w 2723026"/>
              <a:gd name="connsiteY0" fmla="*/ 0 h 4450083"/>
              <a:gd name="connsiteX1" fmla="*/ 2722882 w 2723026"/>
              <a:gd name="connsiteY1" fmla="*/ 0 h 4450083"/>
              <a:gd name="connsiteX2" fmla="*/ 2722882 w 2723026"/>
              <a:gd name="connsiteY2" fmla="*/ 0 h 4450083"/>
              <a:gd name="connsiteX3" fmla="*/ 2722885 w 2723026"/>
              <a:gd name="connsiteY3" fmla="*/ 4324872 h 4450083"/>
              <a:gd name="connsiteX4" fmla="*/ 2588149 w 2723026"/>
              <a:gd name="connsiteY4" fmla="*/ 4450083 h 4450083"/>
              <a:gd name="connsiteX5" fmla="*/ 0 w 2723026"/>
              <a:gd name="connsiteY5" fmla="*/ 4450083 h 4450083"/>
              <a:gd name="connsiteX6" fmla="*/ 0 w 2723026"/>
              <a:gd name="connsiteY6" fmla="*/ 4450083 h 4450083"/>
              <a:gd name="connsiteX7" fmla="*/ 0 w 2723026"/>
              <a:gd name="connsiteY7" fmla="*/ 453823 h 4450083"/>
              <a:gd name="connsiteX8" fmla="*/ 453823 w 2723026"/>
              <a:gd name="connsiteY8" fmla="*/ 0 h 4450083"/>
              <a:gd name="connsiteX0" fmla="*/ 453823 w 2722885"/>
              <a:gd name="connsiteY0" fmla="*/ 0 h 4450083"/>
              <a:gd name="connsiteX1" fmla="*/ 2722882 w 2722885"/>
              <a:gd name="connsiteY1" fmla="*/ 0 h 4450083"/>
              <a:gd name="connsiteX2" fmla="*/ 2722882 w 2722885"/>
              <a:gd name="connsiteY2" fmla="*/ 0 h 4450083"/>
              <a:gd name="connsiteX3" fmla="*/ 2722885 w 2722885"/>
              <a:gd name="connsiteY3" fmla="*/ 4324872 h 4450083"/>
              <a:gd name="connsiteX4" fmla="*/ 2588149 w 2722885"/>
              <a:gd name="connsiteY4" fmla="*/ 4450083 h 4450083"/>
              <a:gd name="connsiteX5" fmla="*/ 0 w 2722885"/>
              <a:gd name="connsiteY5" fmla="*/ 4450083 h 4450083"/>
              <a:gd name="connsiteX6" fmla="*/ 0 w 2722885"/>
              <a:gd name="connsiteY6" fmla="*/ 4450083 h 4450083"/>
              <a:gd name="connsiteX7" fmla="*/ 0 w 2722885"/>
              <a:gd name="connsiteY7" fmla="*/ 453823 h 4450083"/>
              <a:gd name="connsiteX8" fmla="*/ 453823 w 2722885"/>
              <a:gd name="connsiteY8" fmla="*/ 0 h 4450083"/>
              <a:gd name="connsiteX0" fmla="*/ 453823 w 2722885"/>
              <a:gd name="connsiteY0" fmla="*/ 0 h 4450083"/>
              <a:gd name="connsiteX1" fmla="*/ 2722882 w 2722885"/>
              <a:gd name="connsiteY1" fmla="*/ 0 h 4450083"/>
              <a:gd name="connsiteX2" fmla="*/ 2722882 w 2722885"/>
              <a:gd name="connsiteY2" fmla="*/ 0 h 4450083"/>
              <a:gd name="connsiteX3" fmla="*/ 2722885 w 2722885"/>
              <a:gd name="connsiteY3" fmla="*/ 4324872 h 4450083"/>
              <a:gd name="connsiteX4" fmla="*/ 2588149 w 2722885"/>
              <a:gd name="connsiteY4" fmla="*/ 4450083 h 4450083"/>
              <a:gd name="connsiteX5" fmla="*/ 0 w 2722885"/>
              <a:gd name="connsiteY5" fmla="*/ 4450083 h 4450083"/>
              <a:gd name="connsiteX6" fmla="*/ 0 w 2722885"/>
              <a:gd name="connsiteY6" fmla="*/ 4450083 h 4450083"/>
              <a:gd name="connsiteX7" fmla="*/ 0 w 2722885"/>
              <a:gd name="connsiteY7" fmla="*/ 453823 h 4450083"/>
              <a:gd name="connsiteX8" fmla="*/ 453823 w 2722885"/>
              <a:gd name="connsiteY8" fmla="*/ 0 h 4450083"/>
              <a:gd name="connsiteX0" fmla="*/ 453823 w 2722885"/>
              <a:gd name="connsiteY0" fmla="*/ 0 h 4450083"/>
              <a:gd name="connsiteX1" fmla="*/ 2722882 w 2722885"/>
              <a:gd name="connsiteY1" fmla="*/ 0 h 4450083"/>
              <a:gd name="connsiteX2" fmla="*/ 2722882 w 2722885"/>
              <a:gd name="connsiteY2" fmla="*/ 0 h 4450083"/>
              <a:gd name="connsiteX3" fmla="*/ 2722885 w 2722885"/>
              <a:gd name="connsiteY3" fmla="*/ 4324872 h 4450083"/>
              <a:gd name="connsiteX4" fmla="*/ 2597674 w 2722885"/>
              <a:gd name="connsiteY4" fmla="*/ 4450083 h 4450083"/>
              <a:gd name="connsiteX5" fmla="*/ 0 w 2722885"/>
              <a:gd name="connsiteY5" fmla="*/ 4450083 h 4450083"/>
              <a:gd name="connsiteX6" fmla="*/ 0 w 2722885"/>
              <a:gd name="connsiteY6" fmla="*/ 4450083 h 4450083"/>
              <a:gd name="connsiteX7" fmla="*/ 0 w 2722885"/>
              <a:gd name="connsiteY7" fmla="*/ 453823 h 4450083"/>
              <a:gd name="connsiteX8" fmla="*/ 453823 w 2722885"/>
              <a:gd name="connsiteY8" fmla="*/ 0 h 4450083"/>
              <a:gd name="connsiteX0" fmla="*/ 453823 w 2722885"/>
              <a:gd name="connsiteY0" fmla="*/ 0 h 4450083"/>
              <a:gd name="connsiteX1" fmla="*/ 2722882 w 2722885"/>
              <a:gd name="connsiteY1" fmla="*/ 0 h 4450083"/>
              <a:gd name="connsiteX2" fmla="*/ 2722882 w 2722885"/>
              <a:gd name="connsiteY2" fmla="*/ 0 h 4450083"/>
              <a:gd name="connsiteX3" fmla="*/ 2722885 w 2722885"/>
              <a:gd name="connsiteY3" fmla="*/ 4341540 h 4450083"/>
              <a:gd name="connsiteX4" fmla="*/ 2597674 w 2722885"/>
              <a:gd name="connsiteY4" fmla="*/ 4450083 h 4450083"/>
              <a:gd name="connsiteX5" fmla="*/ 0 w 2722885"/>
              <a:gd name="connsiteY5" fmla="*/ 4450083 h 4450083"/>
              <a:gd name="connsiteX6" fmla="*/ 0 w 2722885"/>
              <a:gd name="connsiteY6" fmla="*/ 4450083 h 4450083"/>
              <a:gd name="connsiteX7" fmla="*/ 0 w 2722885"/>
              <a:gd name="connsiteY7" fmla="*/ 453823 h 4450083"/>
              <a:gd name="connsiteX8" fmla="*/ 453823 w 2722885"/>
              <a:gd name="connsiteY8" fmla="*/ 0 h 4450083"/>
              <a:gd name="connsiteX0" fmla="*/ 453823 w 2722885"/>
              <a:gd name="connsiteY0" fmla="*/ 0 h 4450083"/>
              <a:gd name="connsiteX1" fmla="*/ 2722882 w 2722885"/>
              <a:gd name="connsiteY1" fmla="*/ 0 h 4450083"/>
              <a:gd name="connsiteX2" fmla="*/ 2722882 w 2722885"/>
              <a:gd name="connsiteY2" fmla="*/ 0 h 4450083"/>
              <a:gd name="connsiteX3" fmla="*/ 2722885 w 2722885"/>
              <a:gd name="connsiteY3" fmla="*/ 4341540 h 4450083"/>
              <a:gd name="connsiteX4" fmla="*/ 2597674 w 2722885"/>
              <a:gd name="connsiteY4" fmla="*/ 4450083 h 4450083"/>
              <a:gd name="connsiteX5" fmla="*/ 0 w 2722885"/>
              <a:gd name="connsiteY5" fmla="*/ 4450083 h 4450083"/>
              <a:gd name="connsiteX6" fmla="*/ 0 w 2722885"/>
              <a:gd name="connsiteY6" fmla="*/ 4450083 h 4450083"/>
              <a:gd name="connsiteX7" fmla="*/ 0 w 2722885"/>
              <a:gd name="connsiteY7" fmla="*/ 453823 h 4450083"/>
              <a:gd name="connsiteX8" fmla="*/ 453823 w 2722885"/>
              <a:gd name="connsiteY8" fmla="*/ 0 h 4450083"/>
              <a:gd name="connsiteX0" fmla="*/ 453823 w 2725266"/>
              <a:gd name="connsiteY0" fmla="*/ 0 h 4450384"/>
              <a:gd name="connsiteX1" fmla="*/ 2722882 w 2725266"/>
              <a:gd name="connsiteY1" fmla="*/ 0 h 4450384"/>
              <a:gd name="connsiteX2" fmla="*/ 2722882 w 2725266"/>
              <a:gd name="connsiteY2" fmla="*/ 0 h 4450384"/>
              <a:gd name="connsiteX3" fmla="*/ 2725266 w 2725266"/>
              <a:gd name="connsiteY3" fmla="*/ 4382021 h 4450384"/>
              <a:gd name="connsiteX4" fmla="*/ 2597674 w 2725266"/>
              <a:gd name="connsiteY4" fmla="*/ 4450083 h 4450384"/>
              <a:gd name="connsiteX5" fmla="*/ 0 w 2725266"/>
              <a:gd name="connsiteY5" fmla="*/ 4450083 h 4450384"/>
              <a:gd name="connsiteX6" fmla="*/ 0 w 2725266"/>
              <a:gd name="connsiteY6" fmla="*/ 4450083 h 4450384"/>
              <a:gd name="connsiteX7" fmla="*/ 0 w 2725266"/>
              <a:gd name="connsiteY7" fmla="*/ 453823 h 4450384"/>
              <a:gd name="connsiteX8" fmla="*/ 453823 w 2725266"/>
              <a:gd name="connsiteY8" fmla="*/ 0 h 4450384"/>
              <a:gd name="connsiteX0" fmla="*/ 453823 w 2726116"/>
              <a:gd name="connsiteY0" fmla="*/ 0 h 4450384"/>
              <a:gd name="connsiteX1" fmla="*/ 2722882 w 2726116"/>
              <a:gd name="connsiteY1" fmla="*/ 0 h 4450384"/>
              <a:gd name="connsiteX2" fmla="*/ 2722882 w 2726116"/>
              <a:gd name="connsiteY2" fmla="*/ 0 h 4450384"/>
              <a:gd name="connsiteX3" fmla="*/ 2725266 w 2726116"/>
              <a:gd name="connsiteY3" fmla="*/ 4382021 h 4450384"/>
              <a:gd name="connsiteX4" fmla="*/ 2633393 w 2726116"/>
              <a:gd name="connsiteY4" fmla="*/ 4450083 h 4450384"/>
              <a:gd name="connsiteX5" fmla="*/ 0 w 2726116"/>
              <a:gd name="connsiteY5" fmla="*/ 4450083 h 4450384"/>
              <a:gd name="connsiteX6" fmla="*/ 0 w 2726116"/>
              <a:gd name="connsiteY6" fmla="*/ 4450083 h 4450384"/>
              <a:gd name="connsiteX7" fmla="*/ 0 w 2726116"/>
              <a:gd name="connsiteY7" fmla="*/ 453823 h 4450384"/>
              <a:gd name="connsiteX8" fmla="*/ 453823 w 2726116"/>
              <a:gd name="connsiteY8" fmla="*/ 0 h 4450384"/>
              <a:gd name="connsiteX0" fmla="*/ 453823 w 2724225"/>
              <a:gd name="connsiteY0" fmla="*/ 0 h 4450083"/>
              <a:gd name="connsiteX1" fmla="*/ 2722882 w 2724225"/>
              <a:gd name="connsiteY1" fmla="*/ 0 h 4450083"/>
              <a:gd name="connsiteX2" fmla="*/ 2722882 w 2724225"/>
              <a:gd name="connsiteY2" fmla="*/ 0 h 4450083"/>
              <a:gd name="connsiteX3" fmla="*/ 2722884 w 2724225"/>
              <a:gd name="connsiteY3" fmla="*/ 4362971 h 4450083"/>
              <a:gd name="connsiteX4" fmla="*/ 2633393 w 2724225"/>
              <a:gd name="connsiteY4" fmla="*/ 4450083 h 4450083"/>
              <a:gd name="connsiteX5" fmla="*/ 0 w 2724225"/>
              <a:gd name="connsiteY5" fmla="*/ 4450083 h 4450083"/>
              <a:gd name="connsiteX6" fmla="*/ 0 w 2724225"/>
              <a:gd name="connsiteY6" fmla="*/ 4450083 h 4450083"/>
              <a:gd name="connsiteX7" fmla="*/ 0 w 2724225"/>
              <a:gd name="connsiteY7" fmla="*/ 453823 h 4450083"/>
              <a:gd name="connsiteX8" fmla="*/ 453823 w 2724225"/>
              <a:gd name="connsiteY8" fmla="*/ 0 h 4450083"/>
              <a:gd name="connsiteX0" fmla="*/ 453823 w 2725277"/>
              <a:gd name="connsiteY0" fmla="*/ 0 h 4450083"/>
              <a:gd name="connsiteX1" fmla="*/ 2722882 w 2725277"/>
              <a:gd name="connsiteY1" fmla="*/ 0 h 4450083"/>
              <a:gd name="connsiteX2" fmla="*/ 2722882 w 2725277"/>
              <a:gd name="connsiteY2" fmla="*/ 0 h 4450083"/>
              <a:gd name="connsiteX3" fmla="*/ 2722884 w 2725277"/>
              <a:gd name="connsiteY3" fmla="*/ 4362971 h 4450083"/>
              <a:gd name="connsiteX4" fmla="*/ 2633393 w 2725277"/>
              <a:gd name="connsiteY4" fmla="*/ 4450083 h 4450083"/>
              <a:gd name="connsiteX5" fmla="*/ 0 w 2725277"/>
              <a:gd name="connsiteY5" fmla="*/ 4450083 h 4450083"/>
              <a:gd name="connsiteX6" fmla="*/ 0 w 2725277"/>
              <a:gd name="connsiteY6" fmla="*/ 4450083 h 4450083"/>
              <a:gd name="connsiteX7" fmla="*/ 0 w 2725277"/>
              <a:gd name="connsiteY7" fmla="*/ 453823 h 4450083"/>
              <a:gd name="connsiteX8" fmla="*/ 453823 w 2725277"/>
              <a:gd name="connsiteY8" fmla="*/ 0 h 4450083"/>
              <a:gd name="connsiteX0" fmla="*/ 453823 w 2723111"/>
              <a:gd name="connsiteY0" fmla="*/ 0 h 4450315"/>
              <a:gd name="connsiteX1" fmla="*/ 2722882 w 2723111"/>
              <a:gd name="connsiteY1" fmla="*/ 0 h 4450315"/>
              <a:gd name="connsiteX2" fmla="*/ 2722882 w 2723111"/>
              <a:gd name="connsiteY2" fmla="*/ 0 h 4450315"/>
              <a:gd name="connsiteX3" fmla="*/ 2722884 w 2723111"/>
              <a:gd name="connsiteY3" fmla="*/ 4362971 h 4450315"/>
              <a:gd name="connsiteX4" fmla="*/ 2633393 w 2723111"/>
              <a:gd name="connsiteY4" fmla="*/ 4450083 h 4450315"/>
              <a:gd name="connsiteX5" fmla="*/ 0 w 2723111"/>
              <a:gd name="connsiteY5" fmla="*/ 4450083 h 4450315"/>
              <a:gd name="connsiteX6" fmla="*/ 0 w 2723111"/>
              <a:gd name="connsiteY6" fmla="*/ 4450083 h 4450315"/>
              <a:gd name="connsiteX7" fmla="*/ 0 w 2723111"/>
              <a:gd name="connsiteY7" fmla="*/ 453823 h 4450315"/>
              <a:gd name="connsiteX8" fmla="*/ 453823 w 2723111"/>
              <a:gd name="connsiteY8" fmla="*/ 0 h 4450315"/>
              <a:gd name="connsiteX0" fmla="*/ 453823 w 2723111"/>
              <a:gd name="connsiteY0" fmla="*/ 0 h 4450315"/>
              <a:gd name="connsiteX1" fmla="*/ 2722882 w 2723111"/>
              <a:gd name="connsiteY1" fmla="*/ 0 h 4450315"/>
              <a:gd name="connsiteX2" fmla="*/ 2722882 w 2723111"/>
              <a:gd name="connsiteY2" fmla="*/ 0 h 4450315"/>
              <a:gd name="connsiteX3" fmla="*/ 2722884 w 2723111"/>
              <a:gd name="connsiteY3" fmla="*/ 4362971 h 4450315"/>
              <a:gd name="connsiteX4" fmla="*/ 2633393 w 2723111"/>
              <a:gd name="connsiteY4" fmla="*/ 4450083 h 4450315"/>
              <a:gd name="connsiteX5" fmla="*/ 0 w 2723111"/>
              <a:gd name="connsiteY5" fmla="*/ 4450083 h 4450315"/>
              <a:gd name="connsiteX6" fmla="*/ 0 w 2723111"/>
              <a:gd name="connsiteY6" fmla="*/ 4450083 h 4450315"/>
              <a:gd name="connsiteX7" fmla="*/ 0 w 2723111"/>
              <a:gd name="connsiteY7" fmla="*/ 453823 h 4450315"/>
              <a:gd name="connsiteX8" fmla="*/ 453823 w 2723111"/>
              <a:gd name="connsiteY8" fmla="*/ 0 h 4450315"/>
              <a:gd name="connsiteX0" fmla="*/ 453823 w 2723111"/>
              <a:gd name="connsiteY0" fmla="*/ 0 h 4450315"/>
              <a:gd name="connsiteX1" fmla="*/ 2722882 w 2723111"/>
              <a:gd name="connsiteY1" fmla="*/ 0 h 4450315"/>
              <a:gd name="connsiteX2" fmla="*/ 2722882 w 2723111"/>
              <a:gd name="connsiteY2" fmla="*/ 0 h 4450315"/>
              <a:gd name="connsiteX3" fmla="*/ 2722884 w 2723111"/>
              <a:gd name="connsiteY3" fmla="*/ 4362971 h 4450315"/>
              <a:gd name="connsiteX4" fmla="*/ 2633393 w 2723111"/>
              <a:gd name="connsiteY4" fmla="*/ 4450083 h 4450315"/>
              <a:gd name="connsiteX5" fmla="*/ 0 w 2723111"/>
              <a:gd name="connsiteY5" fmla="*/ 4450083 h 4450315"/>
              <a:gd name="connsiteX6" fmla="*/ 0 w 2723111"/>
              <a:gd name="connsiteY6" fmla="*/ 4450083 h 4450315"/>
              <a:gd name="connsiteX7" fmla="*/ 0 w 2723111"/>
              <a:gd name="connsiteY7" fmla="*/ 453823 h 4450315"/>
              <a:gd name="connsiteX8" fmla="*/ 453823 w 2723111"/>
              <a:gd name="connsiteY8" fmla="*/ 0 h 4450315"/>
              <a:gd name="connsiteX0" fmla="*/ 453823 w 2723111"/>
              <a:gd name="connsiteY0" fmla="*/ 0 h 4450083"/>
              <a:gd name="connsiteX1" fmla="*/ 2722882 w 2723111"/>
              <a:gd name="connsiteY1" fmla="*/ 0 h 4450083"/>
              <a:gd name="connsiteX2" fmla="*/ 2722882 w 2723111"/>
              <a:gd name="connsiteY2" fmla="*/ 0 h 4450083"/>
              <a:gd name="connsiteX3" fmla="*/ 2722884 w 2723111"/>
              <a:gd name="connsiteY3" fmla="*/ 4362971 h 4450083"/>
              <a:gd name="connsiteX4" fmla="*/ 2633393 w 2723111"/>
              <a:gd name="connsiteY4" fmla="*/ 4450083 h 4450083"/>
              <a:gd name="connsiteX5" fmla="*/ 0 w 2723111"/>
              <a:gd name="connsiteY5" fmla="*/ 4450083 h 4450083"/>
              <a:gd name="connsiteX6" fmla="*/ 0 w 2723111"/>
              <a:gd name="connsiteY6" fmla="*/ 4450083 h 4450083"/>
              <a:gd name="connsiteX7" fmla="*/ 0 w 2723111"/>
              <a:gd name="connsiteY7" fmla="*/ 453823 h 4450083"/>
              <a:gd name="connsiteX8" fmla="*/ 453823 w 2723111"/>
              <a:gd name="connsiteY8" fmla="*/ 0 h 4450083"/>
              <a:gd name="connsiteX0" fmla="*/ 453823 w 2722884"/>
              <a:gd name="connsiteY0" fmla="*/ 0 h 4450083"/>
              <a:gd name="connsiteX1" fmla="*/ 2722882 w 2722884"/>
              <a:gd name="connsiteY1" fmla="*/ 0 h 4450083"/>
              <a:gd name="connsiteX2" fmla="*/ 2718120 w 2722884"/>
              <a:gd name="connsiteY2" fmla="*/ 0 h 4450083"/>
              <a:gd name="connsiteX3" fmla="*/ 2722884 w 2722884"/>
              <a:gd name="connsiteY3" fmla="*/ 4362971 h 4450083"/>
              <a:gd name="connsiteX4" fmla="*/ 2633393 w 2722884"/>
              <a:gd name="connsiteY4" fmla="*/ 4450083 h 4450083"/>
              <a:gd name="connsiteX5" fmla="*/ 0 w 2722884"/>
              <a:gd name="connsiteY5" fmla="*/ 4450083 h 4450083"/>
              <a:gd name="connsiteX6" fmla="*/ 0 w 2722884"/>
              <a:gd name="connsiteY6" fmla="*/ 4450083 h 4450083"/>
              <a:gd name="connsiteX7" fmla="*/ 0 w 2722884"/>
              <a:gd name="connsiteY7" fmla="*/ 453823 h 4450083"/>
              <a:gd name="connsiteX8" fmla="*/ 453823 w 2722884"/>
              <a:gd name="connsiteY8" fmla="*/ 0 h 4450083"/>
              <a:gd name="connsiteX0" fmla="*/ 453823 w 2725371"/>
              <a:gd name="connsiteY0" fmla="*/ 3 h 4450086"/>
              <a:gd name="connsiteX1" fmla="*/ 2722882 w 2725371"/>
              <a:gd name="connsiteY1" fmla="*/ 3 h 4450086"/>
              <a:gd name="connsiteX2" fmla="*/ 2725266 w 2725371"/>
              <a:gd name="connsiteY2" fmla="*/ 0 h 4450086"/>
              <a:gd name="connsiteX3" fmla="*/ 2722884 w 2725371"/>
              <a:gd name="connsiteY3" fmla="*/ 4362974 h 4450086"/>
              <a:gd name="connsiteX4" fmla="*/ 2633393 w 2725371"/>
              <a:gd name="connsiteY4" fmla="*/ 4450086 h 4450086"/>
              <a:gd name="connsiteX5" fmla="*/ 0 w 2725371"/>
              <a:gd name="connsiteY5" fmla="*/ 4450086 h 4450086"/>
              <a:gd name="connsiteX6" fmla="*/ 0 w 2725371"/>
              <a:gd name="connsiteY6" fmla="*/ 4450086 h 4450086"/>
              <a:gd name="connsiteX7" fmla="*/ 0 w 2725371"/>
              <a:gd name="connsiteY7" fmla="*/ 453826 h 4450086"/>
              <a:gd name="connsiteX8" fmla="*/ 453823 w 2725371"/>
              <a:gd name="connsiteY8" fmla="*/ 3 h 4450086"/>
              <a:gd name="connsiteX0" fmla="*/ 453823 w 2725371"/>
              <a:gd name="connsiteY0" fmla="*/ 32585 h 4482668"/>
              <a:gd name="connsiteX1" fmla="*/ 2722882 w 2725371"/>
              <a:gd name="connsiteY1" fmla="*/ 32585 h 4482668"/>
              <a:gd name="connsiteX2" fmla="*/ 2725266 w 2725371"/>
              <a:gd name="connsiteY2" fmla="*/ 32582 h 4482668"/>
              <a:gd name="connsiteX3" fmla="*/ 2722884 w 2725371"/>
              <a:gd name="connsiteY3" fmla="*/ 4395556 h 4482668"/>
              <a:gd name="connsiteX4" fmla="*/ 2633393 w 2725371"/>
              <a:gd name="connsiteY4" fmla="*/ 4482668 h 4482668"/>
              <a:gd name="connsiteX5" fmla="*/ 0 w 2725371"/>
              <a:gd name="connsiteY5" fmla="*/ 4482668 h 4482668"/>
              <a:gd name="connsiteX6" fmla="*/ 0 w 2725371"/>
              <a:gd name="connsiteY6" fmla="*/ 4482668 h 4482668"/>
              <a:gd name="connsiteX7" fmla="*/ 2381 w 2725371"/>
              <a:gd name="connsiteY7" fmla="*/ 155412 h 4482668"/>
              <a:gd name="connsiteX8" fmla="*/ 453823 w 2725371"/>
              <a:gd name="connsiteY8" fmla="*/ 32585 h 4482668"/>
              <a:gd name="connsiteX0" fmla="*/ 453823 w 2725371"/>
              <a:gd name="connsiteY0" fmla="*/ 3 h 4450086"/>
              <a:gd name="connsiteX1" fmla="*/ 2722882 w 2725371"/>
              <a:gd name="connsiteY1" fmla="*/ 3 h 4450086"/>
              <a:gd name="connsiteX2" fmla="*/ 2725266 w 2725371"/>
              <a:gd name="connsiteY2" fmla="*/ 0 h 4450086"/>
              <a:gd name="connsiteX3" fmla="*/ 2722884 w 2725371"/>
              <a:gd name="connsiteY3" fmla="*/ 4362974 h 4450086"/>
              <a:gd name="connsiteX4" fmla="*/ 2633393 w 2725371"/>
              <a:gd name="connsiteY4" fmla="*/ 4450086 h 4450086"/>
              <a:gd name="connsiteX5" fmla="*/ 0 w 2725371"/>
              <a:gd name="connsiteY5" fmla="*/ 4450086 h 4450086"/>
              <a:gd name="connsiteX6" fmla="*/ 0 w 2725371"/>
              <a:gd name="connsiteY6" fmla="*/ 4450086 h 4450086"/>
              <a:gd name="connsiteX7" fmla="*/ 2381 w 2725371"/>
              <a:gd name="connsiteY7" fmla="*/ 122830 h 4450086"/>
              <a:gd name="connsiteX8" fmla="*/ 453823 w 2725371"/>
              <a:gd name="connsiteY8" fmla="*/ 3 h 4450086"/>
              <a:gd name="connsiteX0" fmla="*/ 453823 w 2725371"/>
              <a:gd name="connsiteY0" fmla="*/ 211 h 4450294"/>
              <a:gd name="connsiteX1" fmla="*/ 2722882 w 2725371"/>
              <a:gd name="connsiteY1" fmla="*/ 211 h 4450294"/>
              <a:gd name="connsiteX2" fmla="*/ 2725266 w 2725371"/>
              <a:gd name="connsiteY2" fmla="*/ 208 h 4450294"/>
              <a:gd name="connsiteX3" fmla="*/ 2722884 w 2725371"/>
              <a:gd name="connsiteY3" fmla="*/ 4363182 h 4450294"/>
              <a:gd name="connsiteX4" fmla="*/ 2633393 w 2725371"/>
              <a:gd name="connsiteY4" fmla="*/ 4450294 h 4450294"/>
              <a:gd name="connsiteX5" fmla="*/ 0 w 2725371"/>
              <a:gd name="connsiteY5" fmla="*/ 4450294 h 4450294"/>
              <a:gd name="connsiteX6" fmla="*/ 0 w 2725371"/>
              <a:gd name="connsiteY6" fmla="*/ 4450294 h 4450294"/>
              <a:gd name="connsiteX7" fmla="*/ 2381 w 2725371"/>
              <a:gd name="connsiteY7" fmla="*/ 123038 h 4450294"/>
              <a:gd name="connsiteX8" fmla="*/ 453823 w 2725371"/>
              <a:gd name="connsiteY8" fmla="*/ 211 h 4450294"/>
              <a:gd name="connsiteX0" fmla="*/ 163311 w 2725371"/>
              <a:gd name="connsiteY0" fmla="*/ 2382 h 4450086"/>
              <a:gd name="connsiteX1" fmla="*/ 2722882 w 2725371"/>
              <a:gd name="connsiteY1" fmla="*/ 3 h 4450086"/>
              <a:gd name="connsiteX2" fmla="*/ 2725266 w 2725371"/>
              <a:gd name="connsiteY2" fmla="*/ 0 h 4450086"/>
              <a:gd name="connsiteX3" fmla="*/ 2722884 w 2725371"/>
              <a:gd name="connsiteY3" fmla="*/ 4362974 h 4450086"/>
              <a:gd name="connsiteX4" fmla="*/ 2633393 w 2725371"/>
              <a:gd name="connsiteY4" fmla="*/ 4450086 h 4450086"/>
              <a:gd name="connsiteX5" fmla="*/ 0 w 2725371"/>
              <a:gd name="connsiteY5" fmla="*/ 4450086 h 4450086"/>
              <a:gd name="connsiteX6" fmla="*/ 0 w 2725371"/>
              <a:gd name="connsiteY6" fmla="*/ 4450086 h 4450086"/>
              <a:gd name="connsiteX7" fmla="*/ 2381 w 2725371"/>
              <a:gd name="connsiteY7" fmla="*/ 122830 h 4450086"/>
              <a:gd name="connsiteX8" fmla="*/ 163311 w 2725371"/>
              <a:gd name="connsiteY8" fmla="*/ 2382 h 4450086"/>
              <a:gd name="connsiteX0" fmla="*/ 103780 w 2725371"/>
              <a:gd name="connsiteY0" fmla="*/ 211 h 4450299"/>
              <a:gd name="connsiteX1" fmla="*/ 2722882 w 2725371"/>
              <a:gd name="connsiteY1" fmla="*/ 216 h 4450299"/>
              <a:gd name="connsiteX2" fmla="*/ 2725266 w 2725371"/>
              <a:gd name="connsiteY2" fmla="*/ 213 h 4450299"/>
              <a:gd name="connsiteX3" fmla="*/ 2722884 w 2725371"/>
              <a:gd name="connsiteY3" fmla="*/ 4363187 h 4450299"/>
              <a:gd name="connsiteX4" fmla="*/ 2633393 w 2725371"/>
              <a:gd name="connsiteY4" fmla="*/ 4450299 h 4450299"/>
              <a:gd name="connsiteX5" fmla="*/ 0 w 2725371"/>
              <a:gd name="connsiteY5" fmla="*/ 4450299 h 4450299"/>
              <a:gd name="connsiteX6" fmla="*/ 0 w 2725371"/>
              <a:gd name="connsiteY6" fmla="*/ 4450299 h 4450299"/>
              <a:gd name="connsiteX7" fmla="*/ 2381 w 2725371"/>
              <a:gd name="connsiteY7" fmla="*/ 123043 h 4450299"/>
              <a:gd name="connsiteX8" fmla="*/ 103780 w 2725371"/>
              <a:gd name="connsiteY8" fmla="*/ 211 h 4450299"/>
              <a:gd name="connsiteX0" fmla="*/ 103780 w 2725371"/>
              <a:gd name="connsiteY0" fmla="*/ 389 h 4450477"/>
              <a:gd name="connsiteX1" fmla="*/ 2722882 w 2725371"/>
              <a:gd name="connsiteY1" fmla="*/ 394 h 4450477"/>
              <a:gd name="connsiteX2" fmla="*/ 2725266 w 2725371"/>
              <a:gd name="connsiteY2" fmla="*/ 391 h 4450477"/>
              <a:gd name="connsiteX3" fmla="*/ 2722884 w 2725371"/>
              <a:gd name="connsiteY3" fmla="*/ 4363365 h 4450477"/>
              <a:gd name="connsiteX4" fmla="*/ 2633393 w 2725371"/>
              <a:gd name="connsiteY4" fmla="*/ 4450477 h 4450477"/>
              <a:gd name="connsiteX5" fmla="*/ 0 w 2725371"/>
              <a:gd name="connsiteY5" fmla="*/ 4450477 h 4450477"/>
              <a:gd name="connsiteX6" fmla="*/ 0 w 2725371"/>
              <a:gd name="connsiteY6" fmla="*/ 4450477 h 4450477"/>
              <a:gd name="connsiteX7" fmla="*/ 2381 w 2725371"/>
              <a:gd name="connsiteY7" fmla="*/ 123221 h 4450477"/>
              <a:gd name="connsiteX8" fmla="*/ 103780 w 2725371"/>
              <a:gd name="connsiteY8" fmla="*/ 389 h 4450477"/>
              <a:gd name="connsiteX0" fmla="*/ 103780 w 2725371"/>
              <a:gd name="connsiteY0" fmla="*/ 434 h 4450522"/>
              <a:gd name="connsiteX1" fmla="*/ 2722882 w 2725371"/>
              <a:gd name="connsiteY1" fmla="*/ 439 h 4450522"/>
              <a:gd name="connsiteX2" fmla="*/ 2725266 w 2725371"/>
              <a:gd name="connsiteY2" fmla="*/ 436 h 4450522"/>
              <a:gd name="connsiteX3" fmla="*/ 2722884 w 2725371"/>
              <a:gd name="connsiteY3" fmla="*/ 4363410 h 4450522"/>
              <a:gd name="connsiteX4" fmla="*/ 2633393 w 2725371"/>
              <a:gd name="connsiteY4" fmla="*/ 4450522 h 4450522"/>
              <a:gd name="connsiteX5" fmla="*/ 0 w 2725371"/>
              <a:gd name="connsiteY5" fmla="*/ 4450522 h 4450522"/>
              <a:gd name="connsiteX6" fmla="*/ 0 w 2725371"/>
              <a:gd name="connsiteY6" fmla="*/ 4450522 h 4450522"/>
              <a:gd name="connsiteX7" fmla="*/ 2381 w 2725371"/>
              <a:gd name="connsiteY7" fmla="*/ 118504 h 4450522"/>
              <a:gd name="connsiteX8" fmla="*/ 103780 w 2725371"/>
              <a:gd name="connsiteY8" fmla="*/ 434 h 4450522"/>
              <a:gd name="connsiteX0" fmla="*/ 103780 w 2725371"/>
              <a:gd name="connsiteY0" fmla="*/ 489 h 4450577"/>
              <a:gd name="connsiteX1" fmla="*/ 2722882 w 2725371"/>
              <a:gd name="connsiteY1" fmla="*/ 494 h 4450577"/>
              <a:gd name="connsiteX2" fmla="*/ 2725266 w 2725371"/>
              <a:gd name="connsiteY2" fmla="*/ 491 h 4450577"/>
              <a:gd name="connsiteX3" fmla="*/ 2722884 w 2725371"/>
              <a:gd name="connsiteY3" fmla="*/ 4363465 h 4450577"/>
              <a:gd name="connsiteX4" fmla="*/ 2633393 w 2725371"/>
              <a:gd name="connsiteY4" fmla="*/ 4450577 h 4450577"/>
              <a:gd name="connsiteX5" fmla="*/ 0 w 2725371"/>
              <a:gd name="connsiteY5" fmla="*/ 4450577 h 4450577"/>
              <a:gd name="connsiteX6" fmla="*/ 0 w 2725371"/>
              <a:gd name="connsiteY6" fmla="*/ 4450577 h 4450577"/>
              <a:gd name="connsiteX7" fmla="*/ 2381 w 2725371"/>
              <a:gd name="connsiteY7" fmla="*/ 118559 h 4450577"/>
              <a:gd name="connsiteX8" fmla="*/ 103780 w 2725371"/>
              <a:gd name="connsiteY8" fmla="*/ 489 h 4450577"/>
              <a:gd name="connsiteX0" fmla="*/ 103780 w 2725371"/>
              <a:gd name="connsiteY0" fmla="*/ 143 h 4450231"/>
              <a:gd name="connsiteX1" fmla="*/ 2722882 w 2725371"/>
              <a:gd name="connsiteY1" fmla="*/ 148 h 4450231"/>
              <a:gd name="connsiteX2" fmla="*/ 2725266 w 2725371"/>
              <a:gd name="connsiteY2" fmla="*/ 145 h 4450231"/>
              <a:gd name="connsiteX3" fmla="*/ 2722884 w 2725371"/>
              <a:gd name="connsiteY3" fmla="*/ 4363119 h 4450231"/>
              <a:gd name="connsiteX4" fmla="*/ 2633393 w 2725371"/>
              <a:gd name="connsiteY4" fmla="*/ 4450231 h 4450231"/>
              <a:gd name="connsiteX5" fmla="*/ 0 w 2725371"/>
              <a:gd name="connsiteY5" fmla="*/ 4450231 h 4450231"/>
              <a:gd name="connsiteX6" fmla="*/ 0 w 2725371"/>
              <a:gd name="connsiteY6" fmla="*/ 4450231 h 4450231"/>
              <a:gd name="connsiteX7" fmla="*/ 2381 w 2725371"/>
              <a:gd name="connsiteY7" fmla="*/ 118213 h 4450231"/>
              <a:gd name="connsiteX8" fmla="*/ 103780 w 2725371"/>
              <a:gd name="connsiteY8" fmla="*/ 143 h 4450231"/>
              <a:gd name="connsiteX0" fmla="*/ 103780 w 2725371"/>
              <a:gd name="connsiteY0" fmla="*/ 104 h 4450192"/>
              <a:gd name="connsiteX1" fmla="*/ 2722882 w 2725371"/>
              <a:gd name="connsiteY1" fmla="*/ 109 h 4450192"/>
              <a:gd name="connsiteX2" fmla="*/ 2725266 w 2725371"/>
              <a:gd name="connsiteY2" fmla="*/ 106 h 4450192"/>
              <a:gd name="connsiteX3" fmla="*/ 2722884 w 2725371"/>
              <a:gd name="connsiteY3" fmla="*/ 4363080 h 4450192"/>
              <a:gd name="connsiteX4" fmla="*/ 2633393 w 2725371"/>
              <a:gd name="connsiteY4" fmla="*/ 4450192 h 4450192"/>
              <a:gd name="connsiteX5" fmla="*/ 0 w 2725371"/>
              <a:gd name="connsiteY5" fmla="*/ 4450192 h 4450192"/>
              <a:gd name="connsiteX6" fmla="*/ 0 w 2725371"/>
              <a:gd name="connsiteY6" fmla="*/ 4450192 h 4450192"/>
              <a:gd name="connsiteX7" fmla="*/ 2381 w 2725371"/>
              <a:gd name="connsiteY7" fmla="*/ 118174 h 4450192"/>
              <a:gd name="connsiteX8" fmla="*/ 103780 w 2725371"/>
              <a:gd name="connsiteY8" fmla="*/ 104 h 4450192"/>
              <a:gd name="connsiteX0" fmla="*/ 103780 w 2725371"/>
              <a:gd name="connsiteY0" fmla="*/ 1 h 4450089"/>
              <a:gd name="connsiteX1" fmla="*/ 2722882 w 2725371"/>
              <a:gd name="connsiteY1" fmla="*/ 6 h 4450089"/>
              <a:gd name="connsiteX2" fmla="*/ 2725266 w 2725371"/>
              <a:gd name="connsiteY2" fmla="*/ 3 h 4450089"/>
              <a:gd name="connsiteX3" fmla="*/ 2722884 w 2725371"/>
              <a:gd name="connsiteY3" fmla="*/ 4362977 h 4450089"/>
              <a:gd name="connsiteX4" fmla="*/ 2633393 w 2725371"/>
              <a:gd name="connsiteY4" fmla="*/ 4450089 h 4450089"/>
              <a:gd name="connsiteX5" fmla="*/ 0 w 2725371"/>
              <a:gd name="connsiteY5" fmla="*/ 4450089 h 4450089"/>
              <a:gd name="connsiteX6" fmla="*/ 0 w 2725371"/>
              <a:gd name="connsiteY6" fmla="*/ 4450089 h 4450089"/>
              <a:gd name="connsiteX7" fmla="*/ 2381 w 2725371"/>
              <a:gd name="connsiteY7" fmla="*/ 118071 h 4450089"/>
              <a:gd name="connsiteX8" fmla="*/ 103780 w 2725371"/>
              <a:gd name="connsiteY8" fmla="*/ 1 h 4450089"/>
              <a:gd name="connsiteX0" fmla="*/ 103780 w 2725371"/>
              <a:gd name="connsiteY0" fmla="*/ 1 h 4450089"/>
              <a:gd name="connsiteX1" fmla="*/ 2722882 w 2725371"/>
              <a:gd name="connsiteY1" fmla="*/ 6 h 4450089"/>
              <a:gd name="connsiteX2" fmla="*/ 2725266 w 2725371"/>
              <a:gd name="connsiteY2" fmla="*/ 3 h 4450089"/>
              <a:gd name="connsiteX3" fmla="*/ 2722884 w 2725371"/>
              <a:gd name="connsiteY3" fmla="*/ 4362977 h 4450089"/>
              <a:gd name="connsiteX4" fmla="*/ 2633393 w 2725371"/>
              <a:gd name="connsiteY4" fmla="*/ 4450089 h 4450089"/>
              <a:gd name="connsiteX5" fmla="*/ 0 w 2725371"/>
              <a:gd name="connsiteY5" fmla="*/ 4450089 h 4450089"/>
              <a:gd name="connsiteX6" fmla="*/ 0 w 2725371"/>
              <a:gd name="connsiteY6" fmla="*/ 4450089 h 4450089"/>
              <a:gd name="connsiteX7" fmla="*/ 2381 w 2725371"/>
              <a:gd name="connsiteY7" fmla="*/ 118071 h 4450089"/>
              <a:gd name="connsiteX8" fmla="*/ 103780 w 2725371"/>
              <a:gd name="connsiteY8" fmla="*/ 1 h 4450089"/>
              <a:gd name="connsiteX0" fmla="*/ 103780 w 2725371"/>
              <a:gd name="connsiteY0" fmla="*/ 1 h 4450089"/>
              <a:gd name="connsiteX1" fmla="*/ 2722882 w 2725371"/>
              <a:gd name="connsiteY1" fmla="*/ 6 h 4450089"/>
              <a:gd name="connsiteX2" fmla="*/ 2725266 w 2725371"/>
              <a:gd name="connsiteY2" fmla="*/ 3 h 4450089"/>
              <a:gd name="connsiteX3" fmla="*/ 2722884 w 2725371"/>
              <a:gd name="connsiteY3" fmla="*/ 4362977 h 4450089"/>
              <a:gd name="connsiteX4" fmla="*/ 2633393 w 2725371"/>
              <a:gd name="connsiteY4" fmla="*/ 4450089 h 4450089"/>
              <a:gd name="connsiteX5" fmla="*/ 0 w 2725371"/>
              <a:gd name="connsiteY5" fmla="*/ 4450089 h 4450089"/>
              <a:gd name="connsiteX6" fmla="*/ 0 w 2725371"/>
              <a:gd name="connsiteY6" fmla="*/ 4450089 h 4450089"/>
              <a:gd name="connsiteX7" fmla="*/ 2381 w 2725371"/>
              <a:gd name="connsiteY7" fmla="*/ 118071 h 4450089"/>
              <a:gd name="connsiteX8" fmla="*/ 103780 w 2725371"/>
              <a:gd name="connsiteY8" fmla="*/ 1 h 4450089"/>
              <a:gd name="connsiteX0" fmla="*/ 103780 w 2725371"/>
              <a:gd name="connsiteY0" fmla="*/ 1 h 4450089"/>
              <a:gd name="connsiteX1" fmla="*/ 2722882 w 2725371"/>
              <a:gd name="connsiteY1" fmla="*/ 6 h 4450089"/>
              <a:gd name="connsiteX2" fmla="*/ 2725266 w 2725371"/>
              <a:gd name="connsiteY2" fmla="*/ 3 h 4450089"/>
              <a:gd name="connsiteX3" fmla="*/ 2722884 w 2725371"/>
              <a:gd name="connsiteY3" fmla="*/ 4362977 h 4450089"/>
              <a:gd name="connsiteX4" fmla="*/ 2633393 w 2725371"/>
              <a:gd name="connsiteY4" fmla="*/ 4450089 h 4450089"/>
              <a:gd name="connsiteX5" fmla="*/ 0 w 2725371"/>
              <a:gd name="connsiteY5" fmla="*/ 4450089 h 4450089"/>
              <a:gd name="connsiteX6" fmla="*/ 0 w 2725371"/>
              <a:gd name="connsiteY6" fmla="*/ 4450089 h 4450089"/>
              <a:gd name="connsiteX7" fmla="*/ 2381 w 2725371"/>
              <a:gd name="connsiteY7" fmla="*/ 118071 h 4450089"/>
              <a:gd name="connsiteX8" fmla="*/ 103780 w 2725371"/>
              <a:gd name="connsiteY8" fmla="*/ 1 h 4450089"/>
              <a:gd name="connsiteX0" fmla="*/ 103780 w 2725371"/>
              <a:gd name="connsiteY0" fmla="*/ 1 h 4450089"/>
              <a:gd name="connsiteX1" fmla="*/ 2722882 w 2725371"/>
              <a:gd name="connsiteY1" fmla="*/ 6 h 4450089"/>
              <a:gd name="connsiteX2" fmla="*/ 2725266 w 2725371"/>
              <a:gd name="connsiteY2" fmla="*/ 3 h 4450089"/>
              <a:gd name="connsiteX3" fmla="*/ 2722884 w 2725371"/>
              <a:gd name="connsiteY3" fmla="*/ 4362977 h 4450089"/>
              <a:gd name="connsiteX4" fmla="*/ 2633393 w 2725371"/>
              <a:gd name="connsiteY4" fmla="*/ 4450089 h 4450089"/>
              <a:gd name="connsiteX5" fmla="*/ 0 w 2725371"/>
              <a:gd name="connsiteY5" fmla="*/ 4450089 h 4450089"/>
              <a:gd name="connsiteX6" fmla="*/ 0 w 2725371"/>
              <a:gd name="connsiteY6" fmla="*/ 4450089 h 4450089"/>
              <a:gd name="connsiteX7" fmla="*/ 2381 w 2725371"/>
              <a:gd name="connsiteY7" fmla="*/ 120453 h 4450089"/>
              <a:gd name="connsiteX8" fmla="*/ 103780 w 2725371"/>
              <a:gd name="connsiteY8" fmla="*/ 1 h 4450089"/>
              <a:gd name="connsiteX0" fmla="*/ 103780 w 2725371"/>
              <a:gd name="connsiteY0" fmla="*/ 1 h 4450089"/>
              <a:gd name="connsiteX1" fmla="*/ 2722882 w 2725371"/>
              <a:gd name="connsiteY1" fmla="*/ 6 h 4450089"/>
              <a:gd name="connsiteX2" fmla="*/ 2725266 w 2725371"/>
              <a:gd name="connsiteY2" fmla="*/ 3 h 4450089"/>
              <a:gd name="connsiteX3" fmla="*/ 2722884 w 2725371"/>
              <a:gd name="connsiteY3" fmla="*/ 4362977 h 4450089"/>
              <a:gd name="connsiteX4" fmla="*/ 2633393 w 2725371"/>
              <a:gd name="connsiteY4" fmla="*/ 4450089 h 4450089"/>
              <a:gd name="connsiteX5" fmla="*/ 0 w 2725371"/>
              <a:gd name="connsiteY5" fmla="*/ 4450089 h 4450089"/>
              <a:gd name="connsiteX6" fmla="*/ 0 w 2725371"/>
              <a:gd name="connsiteY6" fmla="*/ 4450089 h 4450089"/>
              <a:gd name="connsiteX7" fmla="*/ 2381 w 2725371"/>
              <a:gd name="connsiteY7" fmla="*/ 120453 h 4450089"/>
              <a:gd name="connsiteX8" fmla="*/ 103780 w 2725371"/>
              <a:gd name="connsiteY8" fmla="*/ 1 h 4450089"/>
              <a:gd name="connsiteX0" fmla="*/ 103780 w 2725464"/>
              <a:gd name="connsiteY0" fmla="*/ 1 h 4450089"/>
              <a:gd name="connsiteX1" fmla="*/ 2722882 w 2725464"/>
              <a:gd name="connsiteY1" fmla="*/ 6 h 4450089"/>
              <a:gd name="connsiteX2" fmla="*/ 2725266 w 2725464"/>
              <a:gd name="connsiteY2" fmla="*/ 3 h 4450089"/>
              <a:gd name="connsiteX3" fmla="*/ 2724956 w 2725464"/>
              <a:gd name="connsiteY3" fmla="*/ 4398020 h 4450089"/>
              <a:gd name="connsiteX4" fmla="*/ 2633393 w 2725464"/>
              <a:gd name="connsiteY4" fmla="*/ 4450089 h 4450089"/>
              <a:gd name="connsiteX5" fmla="*/ 0 w 2725464"/>
              <a:gd name="connsiteY5" fmla="*/ 4450089 h 4450089"/>
              <a:gd name="connsiteX6" fmla="*/ 0 w 2725464"/>
              <a:gd name="connsiteY6" fmla="*/ 4450089 h 4450089"/>
              <a:gd name="connsiteX7" fmla="*/ 2381 w 2725464"/>
              <a:gd name="connsiteY7" fmla="*/ 120453 h 4450089"/>
              <a:gd name="connsiteX8" fmla="*/ 103780 w 2725464"/>
              <a:gd name="connsiteY8" fmla="*/ 1 h 4450089"/>
              <a:gd name="connsiteX0" fmla="*/ 103780 w 2726928"/>
              <a:gd name="connsiteY0" fmla="*/ 1 h 4450089"/>
              <a:gd name="connsiteX1" fmla="*/ 2722882 w 2726928"/>
              <a:gd name="connsiteY1" fmla="*/ 6 h 4450089"/>
              <a:gd name="connsiteX2" fmla="*/ 2725266 w 2726928"/>
              <a:gd name="connsiteY2" fmla="*/ 3 h 4450089"/>
              <a:gd name="connsiteX3" fmla="*/ 2724956 w 2726928"/>
              <a:gd name="connsiteY3" fmla="*/ 4398020 h 4450089"/>
              <a:gd name="connsiteX4" fmla="*/ 2676909 w 2726928"/>
              <a:gd name="connsiteY4" fmla="*/ 4450089 h 4450089"/>
              <a:gd name="connsiteX5" fmla="*/ 0 w 2726928"/>
              <a:gd name="connsiteY5" fmla="*/ 4450089 h 4450089"/>
              <a:gd name="connsiteX6" fmla="*/ 0 w 2726928"/>
              <a:gd name="connsiteY6" fmla="*/ 4450089 h 4450089"/>
              <a:gd name="connsiteX7" fmla="*/ 2381 w 2726928"/>
              <a:gd name="connsiteY7" fmla="*/ 120453 h 4450089"/>
              <a:gd name="connsiteX8" fmla="*/ 103780 w 2726928"/>
              <a:gd name="connsiteY8" fmla="*/ 1 h 4450089"/>
              <a:gd name="connsiteX0" fmla="*/ 103780 w 2725464"/>
              <a:gd name="connsiteY0" fmla="*/ 1 h 4450089"/>
              <a:gd name="connsiteX1" fmla="*/ 2722882 w 2725464"/>
              <a:gd name="connsiteY1" fmla="*/ 6 h 4450089"/>
              <a:gd name="connsiteX2" fmla="*/ 2725266 w 2725464"/>
              <a:gd name="connsiteY2" fmla="*/ 3 h 4450089"/>
              <a:gd name="connsiteX3" fmla="*/ 2724956 w 2725464"/>
              <a:gd name="connsiteY3" fmla="*/ 4398020 h 4450089"/>
              <a:gd name="connsiteX4" fmla="*/ 2676909 w 2725464"/>
              <a:gd name="connsiteY4" fmla="*/ 4450089 h 4450089"/>
              <a:gd name="connsiteX5" fmla="*/ 0 w 2725464"/>
              <a:gd name="connsiteY5" fmla="*/ 4450089 h 4450089"/>
              <a:gd name="connsiteX6" fmla="*/ 0 w 2725464"/>
              <a:gd name="connsiteY6" fmla="*/ 4450089 h 4450089"/>
              <a:gd name="connsiteX7" fmla="*/ 2381 w 2725464"/>
              <a:gd name="connsiteY7" fmla="*/ 120453 h 4450089"/>
              <a:gd name="connsiteX8" fmla="*/ 103780 w 2725464"/>
              <a:gd name="connsiteY8" fmla="*/ 1 h 4450089"/>
              <a:gd name="connsiteX0" fmla="*/ 103780 w 2725464"/>
              <a:gd name="connsiteY0" fmla="*/ 1 h 4450089"/>
              <a:gd name="connsiteX1" fmla="*/ 2722882 w 2725464"/>
              <a:gd name="connsiteY1" fmla="*/ 6 h 4450089"/>
              <a:gd name="connsiteX2" fmla="*/ 2725266 w 2725464"/>
              <a:gd name="connsiteY2" fmla="*/ 3 h 4450089"/>
              <a:gd name="connsiteX3" fmla="*/ 2724956 w 2725464"/>
              <a:gd name="connsiteY3" fmla="*/ 4398020 h 4450089"/>
              <a:gd name="connsiteX4" fmla="*/ 2676909 w 2725464"/>
              <a:gd name="connsiteY4" fmla="*/ 4450089 h 4450089"/>
              <a:gd name="connsiteX5" fmla="*/ 0 w 2725464"/>
              <a:gd name="connsiteY5" fmla="*/ 4450089 h 4450089"/>
              <a:gd name="connsiteX6" fmla="*/ 0 w 2725464"/>
              <a:gd name="connsiteY6" fmla="*/ 4450089 h 4450089"/>
              <a:gd name="connsiteX7" fmla="*/ 2381 w 2725464"/>
              <a:gd name="connsiteY7" fmla="*/ 120453 h 4450089"/>
              <a:gd name="connsiteX8" fmla="*/ 103780 w 2725464"/>
              <a:gd name="connsiteY8" fmla="*/ 1 h 4450089"/>
              <a:gd name="connsiteX0" fmla="*/ 59024 w 2726295"/>
              <a:gd name="connsiteY0" fmla="*/ 0 h 4450090"/>
              <a:gd name="connsiteX1" fmla="*/ 2723713 w 2726295"/>
              <a:gd name="connsiteY1" fmla="*/ 7 h 4450090"/>
              <a:gd name="connsiteX2" fmla="*/ 2726097 w 2726295"/>
              <a:gd name="connsiteY2" fmla="*/ 4 h 4450090"/>
              <a:gd name="connsiteX3" fmla="*/ 2725787 w 2726295"/>
              <a:gd name="connsiteY3" fmla="*/ 4398021 h 4450090"/>
              <a:gd name="connsiteX4" fmla="*/ 2677740 w 2726295"/>
              <a:gd name="connsiteY4" fmla="*/ 4450090 h 4450090"/>
              <a:gd name="connsiteX5" fmla="*/ 831 w 2726295"/>
              <a:gd name="connsiteY5" fmla="*/ 4450090 h 4450090"/>
              <a:gd name="connsiteX6" fmla="*/ 831 w 2726295"/>
              <a:gd name="connsiteY6" fmla="*/ 4450090 h 4450090"/>
              <a:gd name="connsiteX7" fmla="*/ 3212 w 2726295"/>
              <a:gd name="connsiteY7" fmla="*/ 120454 h 4450090"/>
              <a:gd name="connsiteX8" fmla="*/ 59024 w 2726295"/>
              <a:gd name="connsiteY8" fmla="*/ 0 h 4450090"/>
              <a:gd name="connsiteX0" fmla="*/ 58193 w 2725464"/>
              <a:gd name="connsiteY0" fmla="*/ 0 h 4450090"/>
              <a:gd name="connsiteX1" fmla="*/ 2722882 w 2725464"/>
              <a:gd name="connsiteY1" fmla="*/ 7 h 4450090"/>
              <a:gd name="connsiteX2" fmla="*/ 2725266 w 2725464"/>
              <a:gd name="connsiteY2" fmla="*/ 4 h 4450090"/>
              <a:gd name="connsiteX3" fmla="*/ 2724956 w 2725464"/>
              <a:gd name="connsiteY3" fmla="*/ 4398021 h 4450090"/>
              <a:gd name="connsiteX4" fmla="*/ 2676909 w 2725464"/>
              <a:gd name="connsiteY4" fmla="*/ 4450090 h 4450090"/>
              <a:gd name="connsiteX5" fmla="*/ 0 w 2725464"/>
              <a:gd name="connsiteY5" fmla="*/ 4450090 h 4450090"/>
              <a:gd name="connsiteX6" fmla="*/ 0 w 2725464"/>
              <a:gd name="connsiteY6" fmla="*/ 4450090 h 4450090"/>
              <a:gd name="connsiteX7" fmla="*/ 2381 w 2725464"/>
              <a:gd name="connsiteY7" fmla="*/ 120454 h 4450090"/>
              <a:gd name="connsiteX8" fmla="*/ 58193 w 2725464"/>
              <a:gd name="connsiteY8" fmla="*/ 0 h 4450090"/>
              <a:gd name="connsiteX0" fmla="*/ 58193 w 2725464"/>
              <a:gd name="connsiteY0" fmla="*/ 2853 h 4452943"/>
              <a:gd name="connsiteX1" fmla="*/ 2722882 w 2725464"/>
              <a:gd name="connsiteY1" fmla="*/ 2860 h 4452943"/>
              <a:gd name="connsiteX2" fmla="*/ 2725266 w 2725464"/>
              <a:gd name="connsiteY2" fmla="*/ 2857 h 4452943"/>
              <a:gd name="connsiteX3" fmla="*/ 2724956 w 2725464"/>
              <a:gd name="connsiteY3" fmla="*/ 4400874 h 4452943"/>
              <a:gd name="connsiteX4" fmla="*/ 2676909 w 2725464"/>
              <a:gd name="connsiteY4" fmla="*/ 4452943 h 4452943"/>
              <a:gd name="connsiteX5" fmla="*/ 0 w 2725464"/>
              <a:gd name="connsiteY5" fmla="*/ 4452943 h 4452943"/>
              <a:gd name="connsiteX6" fmla="*/ 0 w 2725464"/>
              <a:gd name="connsiteY6" fmla="*/ 4452943 h 4452943"/>
              <a:gd name="connsiteX7" fmla="*/ 2381 w 2725464"/>
              <a:gd name="connsiteY7" fmla="*/ 57894 h 4452943"/>
              <a:gd name="connsiteX8" fmla="*/ 58193 w 2725464"/>
              <a:gd name="connsiteY8" fmla="*/ 2853 h 4452943"/>
              <a:gd name="connsiteX0" fmla="*/ 58193 w 2725464"/>
              <a:gd name="connsiteY0" fmla="*/ 1 h 4450091"/>
              <a:gd name="connsiteX1" fmla="*/ 2722882 w 2725464"/>
              <a:gd name="connsiteY1" fmla="*/ 8 h 4450091"/>
              <a:gd name="connsiteX2" fmla="*/ 2725266 w 2725464"/>
              <a:gd name="connsiteY2" fmla="*/ 5 h 4450091"/>
              <a:gd name="connsiteX3" fmla="*/ 2724956 w 2725464"/>
              <a:gd name="connsiteY3" fmla="*/ 4398022 h 4450091"/>
              <a:gd name="connsiteX4" fmla="*/ 2676909 w 2725464"/>
              <a:gd name="connsiteY4" fmla="*/ 4450091 h 4450091"/>
              <a:gd name="connsiteX5" fmla="*/ 0 w 2725464"/>
              <a:gd name="connsiteY5" fmla="*/ 4450091 h 4450091"/>
              <a:gd name="connsiteX6" fmla="*/ 0 w 2725464"/>
              <a:gd name="connsiteY6" fmla="*/ 4450091 h 4450091"/>
              <a:gd name="connsiteX7" fmla="*/ 2381 w 2725464"/>
              <a:gd name="connsiteY7" fmla="*/ 55042 h 4450091"/>
              <a:gd name="connsiteX8" fmla="*/ 58193 w 2725464"/>
              <a:gd name="connsiteY8" fmla="*/ 1 h 4450091"/>
              <a:gd name="connsiteX0" fmla="*/ 58193 w 2725464"/>
              <a:gd name="connsiteY0" fmla="*/ 1 h 4450091"/>
              <a:gd name="connsiteX1" fmla="*/ 2722882 w 2725464"/>
              <a:gd name="connsiteY1" fmla="*/ 8 h 4450091"/>
              <a:gd name="connsiteX2" fmla="*/ 2725266 w 2725464"/>
              <a:gd name="connsiteY2" fmla="*/ 5 h 4450091"/>
              <a:gd name="connsiteX3" fmla="*/ 2724956 w 2725464"/>
              <a:gd name="connsiteY3" fmla="*/ 4398022 h 4450091"/>
              <a:gd name="connsiteX4" fmla="*/ 2676909 w 2725464"/>
              <a:gd name="connsiteY4" fmla="*/ 4450091 h 4450091"/>
              <a:gd name="connsiteX5" fmla="*/ 0 w 2725464"/>
              <a:gd name="connsiteY5" fmla="*/ 4450091 h 4450091"/>
              <a:gd name="connsiteX6" fmla="*/ 0 w 2725464"/>
              <a:gd name="connsiteY6" fmla="*/ 4450091 h 4450091"/>
              <a:gd name="connsiteX7" fmla="*/ 2381 w 2725464"/>
              <a:gd name="connsiteY7" fmla="*/ 55042 h 4450091"/>
              <a:gd name="connsiteX8" fmla="*/ 58193 w 2725464"/>
              <a:gd name="connsiteY8" fmla="*/ 1 h 4450091"/>
              <a:gd name="connsiteX0" fmla="*/ 58193 w 2725464"/>
              <a:gd name="connsiteY0" fmla="*/ 1 h 4450091"/>
              <a:gd name="connsiteX1" fmla="*/ 2722882 w 2725464"/>
              <a:gd name="connsiteY1" fmla="*/ 8 h 4450091"/>
              <a:gd name="connsiteX2" fmla="*/ 2725266 w 2725464"/>
              <a:gd name="connsiteY2" fmla="*/ 5 h 4450091"/>
              <a:gd name="connsiteX3" fmla="*/ 2724956 w 2725464"/>
              <a:gd name="connsiteY3" fmla="*/ 4398022 h 4450091"/>
              <a:gd name="connsiteX4" fmla="*/ 2676909 w 2725464"/>
              <a:gd name="connsiteY4" fmla="*/ 4450091 h 4450091"/>
              <a:gd name="connsiteX5" fmla="*/ 0 w 2725464"/>
              <a:gd name="connsiteY5" fmla="*/ 4450091 h 4450091"/>
              <a:gd name="connsiteX6" fmla="*/ 0 w 2725464"/>
              <a:gd name="connsiteY6" fmla="*/ 4450091 h 4450091"/>
              <a:gd name="connsiteX7" fmla="*/ 2381 w 2725464"/>
              <a:gd name="connsiteY7" fmla="*/ 55042 h 4450091"/>
              <a:gd name="connsiteX8" fmla="*/ 58193 w 2725464"/>
              <a:gd name="connsiteY8" fmla="*/ 1 h 4450091"/>
              <a:gd name="connsiteX0" fmla="*/ 58193 w 2725464"/>
              <a:gd name="connsiteY0" fmla="*/ 1 h 4450091"/>
              <a:gd name="connsiteX1" fmla="*/ 2722882 w 2725464"/>
              <a:gd name="connsiteY1" fmla="*/ 8 h 4450091"/>
              <a:gd name="connsiteX2" fmla="*/ 2725266 w 2725464"/>
              <a:gd name="connsiteY2" fmla="*/ 5 h 4450091"/>
              <a:gd name="connsiteX3" fmla="*/ 2724956 w 2725464"/>
              <a:gd name="connsiteY3" fmla="*/ 4398022 h 4450091"/>
              <a:gd name="connsiteX4" fmla="*/ 2676909 w 2725464"/>
              <a:gd name="connsiteY4" fmla="*/ 4450091 h 4450091"/>
              <a:gd name="connsiteX5" fmla="*/ 0 w 2725464"/>
              <a:gd name="connsiteY5" fmla="*/ 4450091 h 4450091"/>
              <a:gd name="connsiteX6" fmla="*/ 0 w 2725464"/>
              <a:gd name="connsiteY6" fmla="*/ 4450091 h 4450091"/>
              <a:gd name="connsiteX7" fmla="*/ 2381 w 2725464"/>
              <a:gd name="connsiteY7" fmla="*/ 55042 h 4450091"/>
              <a:gd name="connsiteX8" fmla="*/ 58193 w 2725464"/>
              <a:gd name="connsiteY8" fmla="*/ 1 h 4450091"/>
              <a:gd name="connsiteX0" fmla="*/ 58193 w 2725464"/>
              <a:gd name="connsiteY0" fmla="*/ 309 h 4450399"/>
              <a:gd name="connsiteX1" fmla="*/ 2722882 w 2725464"/>
              <a:gd name="connsiteY1" fmla="*/ 316 h 4450399"/>
              <a:gd name="connsiteX2" fmla="*/ 2725266 w 2725464"/>
              <a:gd name="connsiteY2" fmla="*/ 313 h 4450399"/>
              <a:gd name="connsiteX3" fmla="*/ 2724956 w 2725464"/>
              <a:gd name="connsiteY3" fmla="*/ 4398330 h 4450399"/>
              <a:gd name="connsiteX4" fmla="*/ 2676909 w 2725464"/>
              <a:gd name="connsiteY4" fmla="*/ 4450399 h 4450399"/>
              <a:gd name="connsiteX5" fmla="*/ 0 w 2725464"/>
              <a:gd name="connsiteY5" fmla="*/ 4450399 h 4450399"/>
              <a:gd name="connsiteX6" fmla="*/ 0 w 2725464"/>
              <a:gd name="connsiteY6" fmla="*/ 4450399 h 4450399"/>
              <a:gd name="connsiteX7" fmla="*/ 2381 w 2725464"/>
              <a:gd name="connsiteY7" fmla="*/ 55350 h 4450399"/>
              <a:gd name="connsiteX8" fmla="*/ 58193 w 2725464"/>
              <a:gd name="connsiteY8" fmla="*/ 309 h 4450399"/>
              <a:gd name="connsiteX0" fmla="*/ 58193 w 2725464"/>
              <a:gd name="connsiteY0" fmla="*/ 1 h 4450091"/>
              <a:gd name="connsiteX1" fmla="*/ 2722882 w 2725464"/>
              <a:gd name="connsiteY1" fmla="*/ 8 h 4450091"/>
              <a:gd name="connsiteX2" fmla="*/ 2725266 w 2725464"/>
              <a:gd name="connsiteY2" fmla="*/ 5 h 4450091"/>
              <a:gd name="connsiteX3" fmla="*/ 2724956 w 2725464"/>
              <a:gd name="connsiteY3" fmla="*/ 4398022 h 4450091"/>
              <a:gd name="connsiteX4" fmla="*/ 2676909 w 2725464"/>
              <a:gd name="connsiteY4" fmla="*/ 4450091 h 4450091"/>
              <a:gd name="connsiteX5" fmla="*/ 0 w 2725464"/>
              <a:gd name="connsiteY5" fmla="*/ 4450091 h 4450091"/>
              <a:gd name="connsiteX6" fmla="*/ 0 w 2725464"/>
              <a:gd name="connsiteY6" fmla="*/ 4450091 h 4450091"/>
              <a:gd name="connsiteX7" fmla="*/ 2381 w 2725464"/>
              <a:gd name="connsiteY7" fmla="*/ 55042 h 4450091"/>
              <a:gd name="connsiteX8" fmla="*/ 58193 w 2725464"/>
              <a:gd name="connsiteY8" fmla="*/ 1 h 4450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25464" h="4450091">
                <a:moveTo>
                  <a:pt x="58193" y="1"/>
                </a:moveTo>
                <a:lnTo>
                  <a:pt x="2722882" y="8"/>
                </a:lnTo>
                <a:lnTo>
                  <a:pt x="2725266" y="5"/>
                </a:lnTo>
                <a:cubicBezTo>
                  <a:pt x="2726061" y="1460679"/>
                  <a:pt x="2724161" y="2937348"/>
                  <a:pt x="2724956" y="4398022"/>
                </a:cubicBezTo>
                <a:cubicBezTo>
                  <a:pt x="2724962" y="4420063"/>
                  <a:pt x="2708662" y="4449999"/>
                  <a:pt x="2676909" y="4450091"/>
                </a:cubicBezTo>
                <a:lnTo>
                  <a:pt x="0" y="4450091"/>
                </a:lnTo>
                <a:lnTo>
                  <a:pt x="0" y="4450091"/>
                </a:lnTo>
                <a:cubicBezTo>
                  <a:pt x="794" y="3007672"/>
                  <a:pt x="1587" y="1497461"/>
                  <a:pt x="2381" y="55042"/>
                </a:cubicBezTo>
                <a:cubicBezTo>
                  <a:pt x="3834" y="3919"/>
                  <a:pt x="21678" y="-11"/>
                  <a:pt x="5819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Kép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275" y="144463"/>
            <a:ext cx="485775" cy="22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headline"/>
          <p:cNvSpPr>
            <a:spLocks noGrp="1"/>
          </p:cNvSpPr>
          <p:nvPr>
            <p:ph type="body" sz="quarter" idx="13"/>
          </p:nvPr>
        </p:nvSpPr>
        <p:spPr>
          <a:xfrm>
            <a:off x="223838" y="152040"/>
            <a:ext cx="2837498" cy="15276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>
              <a:buNone/>
              <a:defRPr sz="1200" b="1" baseline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hu-HU" dirty="0"/>
              <a:t>Mintaszöveg szerkesztése</a:t>
            </a:r>
          </a:p>
        </p:txBody>
      </p:sp>
      <p:sp>
        <p:nvSpPr>
          <p:cNvPr id="6" name="date"/>
          <p:cNvSpPr>
            <a:spLocks noGrp="1"/>
          </p:cNvSpPr>
          <p:nvPr>
            <p:ph type="dt" sz="half" idx="14"/>
          </p:nvPr>
        </p:nvSpPr>
        <p:spPr>
          <a:xfrm>
            <a:off x="3739459" y="3252788"/>
            <a:ext cx="639129" cy="115392"/>
          </a:xfrm>
          <a:prstGeom prst="rect">
            <a:avLst/>
          </a:prstGeom>
        </p:spPr>
        <p:txBody>
          <a:bodyPr wrap="none" lIns="0" tIns="0" rIns="0" bIns="0" anchor="ctr" anchorCtr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800" baseline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1F87650B-86CA-4006-83BA-E35F55E5D670}" type="datetime4">
              <a:rPr lang="hu-HU" smtClean="0"/>
              <a:pPr>
                <a:defRPr/>
              </a:pPr>
              <a:t>2025. december 4.</a:t>
            </a:fld>
            <a:endParaRPr lang="hu-HU" dirty="0"/>
          </a:p>
        </p:txBody>
      </p:sp>
      <p:sp>
        <p:nvSpPr>
          <p:cNvPr id="7" name="foot"/>
          <p:cNvSpPr>
            <a:spLocks noGrp="1"/>
          </p:cNvSpPr>
          <p:nvPr>
            <p:ph type="ftr" sz="quarter" idx="15"/>
          </p:nvPr>
        </p:nvSpPr>
        <p:spPr>
          <a:xfrm>
            <a:off x="222249" y="3252789"/>
            <a:ext cx="2579674" cy="111196"/>
          </a:xfrm>
          <a:prstGeom prst="rect">
            <a:avLst/>
          </a:prstGeom>
        </p:spPr>
        <p:txBody>
          <a:bodyPr wrap="none" lIns="0" tIns="0" rIns="0" bIns="0" anchor="ctr" anchorCtr="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800" baseline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hu-HU" dirty="0"/>
              <a:t>Kis-Herczegh Attila </a:t>
            </a:r>
            <a:r>
              <a:rPr lang="en-US" dirty="0"/>
              <a:t>– </a:t>
            </a:r>
            <a:r>
              <a:rPr lang="hu-HU" dirty="0"/>
              <a:t>Iránybecslés</a:t>
            </a:r>
          </a:p>
        </p:txBody>
      </p:sp>
    </p:spTree>
    <p:extLst>
      <p:ext uri="{BB962C8B-B14F-4D97-AF65-F5344CB8AC3E}">
        <p14:creationId xmlns:p14="http://schemas.microsoft.com/office/powerpoint/2010/main" val="744164374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2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77" r:id="rId1"/>
    <p:sldLayoutId id="2147483978" r:id="rId2"/>
    <p:sldLayoutId id="2147483979" r:id="rId3"/>
  </p:sldLayoutIdLst>
  <p:hf hdr="0" ftr="0" dt="0"/>
  <p:txStyles>
    <p:titleStyle>
      <a:lvl1pPr algn="l" defTabSz="4603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4603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Calibri Light" panose="020F0302020204030204" pitchFamily="34" charset="0"/>
        </a:defRPr>
      </a:lvl2pPr>
      <a:lvl3pPr algn="l" defTabSz="4603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Calibri Light" panose="020F0302020204030204" pitchFamily="34" charset="0"/>
        </a:defRPr>
      </a:lvl3pPr>
      <a:lvl4pPr algn="l" defTabSz="4603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Calibri Light" panose="020F0302020204030204" pitchFamily="34" charset="0"/>
        </a:defRPr>
      </a:lvl4pPr>
      <a:lvl5pPr algn="l" defTabSz="4603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460375" rtl="0" fontAlgn="base">
        <a:lnSpc>
          <a:spcPct val="90000"/>
        </a:lnSpc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460375" rtl="0" fontAlgn="base">
        <a:lnSpc>
          <a:spcPct val="90000"/>
        </a:lnSpc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460375" rtl="0" fontAlgn="base">
        <a:lnSpc>
          <a:spcPct val="90000"/>
        </a:lnSpc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460375" rtl="0" fontAlgn="base">
        <a:lnSpc>
          <a:spcPct val="90000"/>
        </a:lnSpc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14300" indent="-114300" algn="l" defTabSz="460375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4488" indent="-114300" algn="l" defTabSz="460375" rtl="0" eaLnBrk="0" fontAlgn="base" hangingPunct="0">
        <a:lnSpc>
          <a:spcPct val="90000"/>
        </a:lnSpc>
        <a:spcBef>
          <a:spcPts val="250"/>
        </a:spcBef>
        <a:spcAft>
          <a:spcPct val="0"/>
        </a:spcAft>
        <a:buFont typeface="Arial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4675" indent="-114300" algn="l" defTabSz="460375" rtl="0" eaLnBrk="0" fontAlgn="base" hangingPunct="0">
        <a:lnSpc>
          <a:spcPct val="90000"/>
        </a:lnSpc>
        <a:spcBef>
          <a:spcPts val="250"/>
        </a:spcBef>
        <a:spcAft>
          <a:spcPct val="0"/>
        </a:spcAft>
        <a:buFont typeface="Arial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4863" indent="-114300" algn="l" defTabSz="460375" rtl="0" eaLnBrk="0" fontAlgn="base" hangingPunct="0">
        <a:lnSpc>
          <a:spcPct val="90000"/>
        </a:lnSpc>
        <a:spcBef>
          <a:spcPts val="250"/>
        </a:spcBef>
        <a:spcAft>
          <a:spcPct val="0"/>
        </a:spcAft>
        <a:buFont typeface="Arial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36638" indent="-114300" algn="l" defTabSz="460375" rtl="0" eaLnBrk="0" fontAlgn="base" hangingPunct="0">
        <a:lnSpc>
          <a:spcPct val="90000"/>
        </a:lnSpc>
        <a:spcBef>
          <a:spcPts val="250"/>
        </a:spcBef>
        <a:spcAft>
          <a:spcPct val="0"/>
        </a:spcAft>
        <a:buFont typeface="Arial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67107" indent="-115192" algn="l" defTabSz="460766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907" kern="1200">
          <a:solidFill>
            <a:schemeClr val="tx1"/>
          </a:solidFill>
          <a:latin typeface="+mn-lt"/>
          <a:ea typeface="+mn-ea"/>
          <a:cs typeface="+mn-cs"/>
        </a:defRPr>
      </a:lvl6pPr>
      <a:lvl7pPr marL="1497490" indent="-115192" algn="l" defTabSz="460766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907" kern="1200">
          <a:solidFill>
            <a:schemeClr val="tx1"/>
          </a:solidFill>
          <a:latin typeface="+mn-lt"/>
          <a:ea typeface="+mn-ea"/>
          <a:cs typeface="+mn-cs"/>
        </a:defRPr>
      </a:lvl7pPr>
      <a:lvl8pPr marL="1727873" indent="-115192" algn="l" defTabSz="460766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907" kern="1200">
          <a:solidFill>
            <a:schemeClr val="tx1"/>
          </a:solidFill>
          <a:latin typeface="+mn-lt"/>
          <a:ea typeface="+mn-ea"/>
          <a:cs typeface="+mn-cs"/>
        </a:defRPr>
      </a:lvl8pPr>
      <a:lvl9pPr marL="1958256" indent="-115192" algn="l" defTabSz="460766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90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0766" rtl="0" eaLnBrk="1" latinLnBrk="0" hangingPunct="1">
        <a:defRPr sz="907" kern="1200">
          <a:solidFill>
            <a:schemeClr val="tx1"/>
          </a:solidFill>
          <a:latin typeface="+mn-lt"/>
          <a:ea typeface="+mn-ea"/>
          <a:cs typeface="+mn-cs"/>
        </a:defRPr>
      </a:lvl1pPr>
      <a:lvl2pPr marL="230383" algn="l" defTabSz="460766" rtl="0" eaLnBrk="1" latinLnBrk="0" hangingPunct="1">
        <a:defRPr sz="907" kern="1200">
          <a:solidFill>
            <a:schemeClr val="tx1"/>
          </a:solidFill>
          <a:latin typeface="+mn-lt"/>
          <a:ea typeface="+mn-ea"/>
          <a:cs typeface="+mn-cs"/>
        </a:defRPr>
      </a:lvl2pPr>
      <a:lvl3pPr marL="460766" algn="l" defTabSz="460766" rtl="0" eaLnBrk="1" latinLnBrk="0" hangingPunct="1">
        <a:defRPr sz="907" kern="1200">
          <a:solidFill>
            <a:schemeClr val="tx1"/>
          </a:solidFill>
          <a:latin typeface="+mn-lt"/>
          <a:ea typeface="+mn-ea"/>
          <a:cs typeface="+mn-cs"/>
        </a:defRPr>
      </a:lvl3pPr>
      <a:lvl4pPr marL="691149" algn="l" defTabSz="460766" rtl="0" eaLnBrk="1" latinLnBrk="0" hangingPunct="1">
        <a:defRPr sz="907" kern="1200">
          <a:solidFill>
            <a:schemeClr val="tx1"/>
          </a:solidFill>
          <a:latin typeface="+mn-lt"/>
          <a:ea typeface="+mn-ea"/>
          <a:cs typeface="+mn-cs"/>
        </a:defRPr>
      </a:lvl4pPr>
      <a:lvl5pPr marL="921532" algn="l" defTabSz="460766" rtl="0" eaLnBrk="1" latinLnBrk="0" hangingPunct="1">
        <a:defRPr sz="907" kern="1200">
          <a:solidFill>
            <a:schemeClr val="tx1"/>
          </a:solidFill>
          <a:latin typeface="+mn-lt"/>
          <a:ea typeface="+mn-ea"/>
          <a:cs typeface="+mn-cs"/>
        </a:defRPr>
      </a:lvl5pPr>
      <a:lvl6pPr marL="1151915" algn="l" defTabSz="460766" rtl="0" eaLnBrk="1" latinLnBrk="0" hangingPunct="1">
        <a:defRPr sz="907" kern="1200">
          <a:solidFill>
            <a:schemeClr val="tx1"/>
          </a:solidFill>
          <a:latin typeface="+mn-lt"/>
          <a:ea typeface="+mn-ea"/>
          <a:cs typeface="+mn-cs"/>
        </a:defRPr>
      </a:lvl6pPr>
      <a:lvl7pPr marL="1382298" algn="l" defTabSz="460766" rtl="0" eaLnBrk="1" latinLnBrk="0" hangingPunct="1">
        <a:defRPr sz="907" kern="1200">
          <a:solidFill>
            <a:schemeClr val="tx1"/>
          </a:solidFill>
          <a:latin typeface="+mn-lt"/>
          <a:ea typeface="+mn-ea"/>
          <a:cs typeface="+mn-cs"/>
        </a:defRPr>
      </a:lvl7pPr>
      <a:lvl8pPr marL="1612682" algn="l" defTabSz="460766" rtl="0" eaLnBrk="1" latinLnBrk="0" hangingPunct="1">
        <a:defRPr sz="907" kern="1200">
          <a:solidFill>
            <a:schemeClr val="tx1"/>
          </a:solidFill>
          <a:latin typeface="+mn-lt"/>
          <a:ea typeface="+mn-ea"/>
          <a:cs typeface="+mn-cs"/>
        </a:defRPr>
      </a:lvl8pPr>
      <a:lvl9pPr marL="1843065" algn="l" defTabSz="460766" rtl="0" eaLnBrk="1" latinLnBrk="0" hangingPunct="1">
        <a:defRPr sz="9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sys.com/academic/educators/education-resources/basics-of-antenna-arrays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zövegdoboz 4"/>
          <p:cNvSpPr txBox="1">
            <a:spLocks noChangeArrowheads="1"/>
          </p:cNvSpPr>
          <p:nvPr/>
        </p:nvSpPr>
        <p:spPr bwMode="auto">
          <a:xfrm>
            <a:off x="225425" y="469900"/>
            <a:ext cx="3490446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hu-HU" altLang="hu-HU" sz="1300" b="1" dirty="0">
                <a:latin typeface="Liberation Sans"/>
                <a:ea typeface="Liberation Sans" pitchFamily="34" charset="0"/>
                <a:cs typeface="Times New Roman" panose="02020603050405020304" pitchFamily="18" charset="0"/>
              </a:rPr>
              <a:t>Iránybecslés </a:t>
            </a:r>
            <a:r>
              <a:rPr lang="hu-HU" altLang="hu-HU" sz="1300" b="1" dirty="0" err="1">
                <a:latin typeface="Liberation Sans"/>
                <a:ea typeface="Liberation Sans" pitchFamily="34" charset="0"/>
                <a:cs typeface="Times New Roman" panose="02020603050405020304" pitchFamily="18" charset="0"/>
              </a:rPr>
              <a:t>ekvidisztáns</a:t>
            </a:r>
            <a:r>
              <a:rPr lang="hu-HU" altLang="hu-HU" sz="1300" b="1" dirty="0">
                <a:latin typeface="Liberation Sans"/>
                <a:ea typeface="Liberation Sans" pitchFamily="34" charset="0"/>
                <a:cs typeface="Times New Roman" panose="02020603050405020304" pitchFamily="18" charset="0"/>
              </a:rPr>
              <a:t> antennarendszerrel</a:t>
            </a:r>
          </a:p>
          <a:p>
            <a:pPr eaLnBrk="1" hangingPunct="1">
              <a:lnSpc>
                <a:spcPct val="120000"/>
              </a:lnSpc>
            </a:pPr>
            <a:r>
              <a:rPr lang="hu-HU" altLang="hu-HU" sz="1300" b="1" dirty="0">
                <a:latin typeface="Liberation Sans"/>
                <a:ea typeface="Liberation Sans" pitchFamily="34" charset="0"/>
                <a:cs typeface="Times New Roman" panose="02020603050405020304" pitchFamily="18" charset="0"/>
              </a:rPr>
              <a:t>Fourier és </a:t>
            </a:r>
            <a:r>
              <a:rPr lang="hu-HU" altLang="hu-HU" sz="1300" b="1" dirty="0" err="1">
                <a:latin typeface="Liberation Sans"/>
                <a:ea typeface="Liberation Sans" pitchFamily="34" charset="0"/>
                <a:cs typeface="Times New Roman" panose="02020603050405020304" pitchFamily="18" charset="0"/>
              </a:rPr>
              <a:t>Capon</a:t>
            </a:r>
            <a:r>
              <a:rPr lang="hu-HU" altLang="hu-HU" sz="1300" b="1" dirty="0">
                <a:latin typeface="Liberation Sans"/>
                <a:ea typeface="Liberation Sans" pitchFamily="34" charset="0"/>
                <a:cs typeface="Times New Roman" panose="02020603050405020304" pitchFamily="18" charset="0"/>
              </a:rPr>
              <a:t> módszer</a:t>
            </a:r>
            <a:endParaRPr lang="en-US" altLang="hu-HU" sz="1300" b="1" dirty="0">
              <a:latin typeface="Times New Roman" panose="02020603050405020304" pitchFamily="18" charset="0"/>
              <a:ea typeface="Liberation Sans" pitchFamily="34" charset="0"/>
              <a:cs typeface="Times New Roman" panose="02020603050405020304" pitchFamily="18" charset="0"/>
            </a:endParaRPr>
          </a:p>
        </p:txBody>
      </p:sp>
      <p:sp>
        <p:nvSpPr>
          <p:cNvPr id="12291" name="Szövegdoboz 5"/>
          <p:cNvSpPr txBox="1">
            <a:spLocks noChangeArrowheads="1"/>
          </p:cNvSpPr>
          <p:nvPr/>
        </p:nvSpPr>
        <p:spPr bwMode="auto">
          <a:xfrm>
            <a:off x="222250" y="973417"/>
            <a:ext cx="3303588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hu-HU" altLang="hu-HU" sz="700" dirty="0">
                <a:latin typeface="Times New Roman" panose="02020603050405020304" pitchFamily="18" charset="0"/>
                <a:ea typeface="Liberation Sans" pitchFamily="34" charset="0"/>
                <a:cs typeface="Times New Roman" panose="02020603050405020304" pitchFamily="18" charset="0"/>
              </a:rPr>
              <a:t>Önálló laboratórium | Bemutató</a:t>
            </a:r>
            <a:endParaRPr lang="en-US" altLang="hu-HU" sz="700" dirty="0">
              <a:latin typeface="Times New Roman" panose="02020603050405020304" pitchFamily="18" charset="0"/>
              <a:ea typeface="Liberation Sans" pitchFamily="34" charset="0"/>
              <a:cs typeface="Times New Roman" panose="02020603050405020304" pitchFamily="18" charset="0"/>
            </a:endParaRPr>
          </a:p>
        </p:txBody>
      </p:sp>
      <p:sp>
        <p:nvSpPr>
          <p:cNvPr id="12292" name="Szövegdoboz 6"/>
          <p:cNvSpPr txBox="1">
            <a:spLocks noChangeArrowheads="1"/>
          </p:cNvSpPr>
          <p:nvPr/>
        </p:nvSpPr>
        <p:spPr bwMode="auto">
          <a:xfrm>
            <a:off x="222250" y="1346760"/>
            <a:ext cx="3383234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hu-HU" altLang="hu-HU" sz="700" dirty="0">
                <a:latin typeface="Times New Roman" panose="02020603050405020304" pitchFamily="18" charset="0"/>
                <a:ea typeface="Liberation Sans" pitchFamily="34" charset="0"/>
                <a:cs typeface="Times New Roman" panose="02020603050405020304" pitchFamily="18" charset="0"/>
              </a:rPr>
              <a:t>Kis-Herczegh Attila GC3PN1</a:t>
            </a:r>
            <a:r>
              <a:rPr lang="en-US" altLang="hu-HU" sz="700" dirty="0">
                <a:latin typeface="Times New Roman" panose="02020603050405020304" pitchFamily="18" charset="0"/>
                <a:ea typeface="Liberation Sans" pitchFamily="34" charset="0"/>
                <a:cs typeface="Times New Roman" panose="02020603050405020304" pitchFamily="18" charset="0"/>
              </a:rPr>
              <a:t>| </a:t>
            </a:r>
            <a:fld id="{205CCE52-F839-4B8C-B287-9D82B165F7A1}" type="datetime4">
              <a:rPr lang="hu-HU" altLang="hu-HU" sz="700" smtClean="0">
                <a:latin typeface="Times New Roman" panose="02020603050405020304" pitchFamily="18" charset="0"/>
                <a:ea typeface="Liberation Sans" pitchFamily="34" charset="0"/>
                <a:cs typeface="Times New Roman" panose="02020603050405020304" pitchFamily="18" charset="0"/>
              </a:rPr>
              <a:pPr eaLnBrk="1" hangingPunct="1"/>
              <a:t>2025. december 4.</a:t>
            </a:fld>
            <a:r>
              <a:rPr lang="hu-HU" altLang="hu-HU" sz="700" dirty="0">
                <a:latin typeface="Times New Roman" panose="02020603050405020304" pitchFamily="18" charset="0"/>
                <a:ea typeface="Liberation Sans" pitchFamily="34" charset="0"/>
                <a:cs typeface="Times New Roman" panose="02020603050405020304" pitchFamily="18" charset="0"/>
              </a:rPr>
              <a:t> | Budapest | Konzulens: Dr. Dudás Levente</a:t>
            </a:r>
            <a:endParaRPr lang="en-US" altLang="hu-HU" sz="700" dirty="0">
              <a:latin typeface="Times New Roman" panose="02020603050405020304" pitchFamily="18" charset="0"/>
              <a:ea typeface="Liberation Sans" pitchFamily="34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hu-HU" sz="700" dirty="0">
              <a:latin typeface="Times New Roman" panose="02020603050405020304" pitchFamily="18" charset="0"/>
              <a:ea typeface="Liberation Sans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4E95407D-74B6-74C3-D1A6-70373ADE0D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 dirty="0"/>
              <a:t>Feladatleírás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DCD7F15E-3F96-CE57-BBE6-60CC6DFC2FC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1F87650B-86CA-4006-83BA-E35F55E5D670}" type="datetime4">
              <a:rPr lang="hu-HU" smtClean="0"/>
              <a:pPr>
                <a:defRPr/>
              </a:pPr>
              <a:t>2025. december 4.</a:t>
            </a:fld>
            <a:endParaRPr lang="hu-HU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8E165C9E-720E-489A-9CB1-752E548BD0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hu-HU" dirty="0"/>
              <a:t>Kis-Herczegh Attila </a:t>
            </a:r>
            <a:r>
              <a:rPr lang="en-US" dirty="0"/>
              <a:t>– </a:t>
            </a:r>
            <a:r>
              <a:rPr lang="hu-HU" dirty="0"/>
              <a:t>Iránybecslés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1D99FFC4-E104-0796-9943-06D385867A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74" y="369872"/>
            <a:ext cx="4074365" cy="2716243"/>
          </a:xfrm>
          <a:prstGeom prst="rect">
            <a:avLst/>
          </a:prstGeom>
        </p:spPr>
      </p:pic>
      <p:sp>
        <p:nvSpPr>
          <p:cNvPr id="10" name="Szöveg helye 3">
            <a:extLst>
              <a:ext uri="{FF2B5EF4-FFF2-40B4-BE49-F238E27FC236}">
                <a16:creationId xmlns:a16="http://schemas.microsoft.com/office/drawing/2014/main" id="{49E89835-FC10-1BE3-877B-5BCAC58C5F19}"/>
              </a:ext>
            </a:extLst>
          </p:cNvPr>
          <p:cNvSpPr txBox="1">
            <a:spLocks/>
          </p:cNvSpPr>
          <p:nvPr/>
        </p:nvSpPr>
        <p:spPr bwMode="auto">
          <a:xfrm>
            <a:off x="270886" y="3059179"/>
            <a:ext cx="4156338" cy="220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225425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225425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defTabSz="225425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77800" indent="-177800" defTabSz="225425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361950" indent="-184150" defTabSz="225425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8191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12763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17335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21907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lvl="3" indent="0" eaLnBrk="1" hangingPunct="1">
              <a:lnSpc>
                <a:spcPct val="90000"/>
              </a:lnSpc>
              <a:spcBef>
                <a:spcPts val="250"/>
              </a:spcBef>
            </a:pPr>
            <a:r>
              <a:rPr lang="hu-HU" altLang="hu-HU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Forrás: </a:t>
            </a:r>
            <a:r>
              <a:rPr lang="hu-HU" altLang="hu-HU" sz="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https://www.ansys.com/academic/educators/education-resources/basics-of-antenna-arrays </a:t>
            </a:r>
            <a:endParaRPr lang="hu-HU" altLang="hu-HU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532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7F1967BF-B46D-EA23-A057-E40C13FD24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 dirty="0" err="1"/>
              <a:t>Alapfeltéltelezések</a:t>
            </a:r>
            <a:r>
              <a:rPr lang="hu-HU" dirty="0"/>
              <a:t> a modellben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1A0C2C59-B807-C994-4CA6-96D13B8659F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1F87650B-86CA-4006-83BA-E35F55E5D670}" type="datetime4">
              <a:rPr lang="hu-HU" smtClean="0"/>
              <a:pPr>
                <a:defRPr/>
              </a:pPr>
              <a:t>2025. december 4.</a:t>
            </a:fld>
            <a:endParaRPr lang="hu-HU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0D5B72CC-7DC2-029E-6AA8-5DD7597F28C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hu-HU" dirty="0"/>
              <a:t>Kis-Herczegh Attila </a:t>
            </a:r>
            <a:r>
              <a:rPr lang="en-US" dirty="0"/>
              <a:t>– </a:t>
            </a:r>
            <a:r>
              <a:rPr lang="hu-HU" dirty="0"/>
              <a:t>Iránybecslés</a:t>
            </a:r>
          </a:p>
        </p:txBody>
      </p:sp>
      <p:sp>
        <p:nvSpPr>
          <p:cNvPr id="5" name="Szöveg helye 3">
            <a:extLst>
              <a:ext uri="{FF2B5EF4-FFF2-40B4-BE49-F238E27FC236}">
                <a16:creationId xmlns:a16="http://schemas.microsoft.com/office/drawing/2014/main" id="{3BCA8817-5E84-1C7A-9B17-7B75F5085FC1}"/>
              </a:ext>
            </a:extLst>
          </p:cNvPr>
          <p:cNvSpPr txBox="1">
            <a:spLocks/>
          </p:cNvSpPr>
          <p:nvPr/>
        </p:nvSpPr>
        <p:spPr bwMode="auto">
          <a:xfrm>
            <a:off x="222250" y="584200"/>
            <a:ext cx="4160838" cy="246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225425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225425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defTabSz="225425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77800" indent="-177800" defTabSz="225425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361950" indent="-184150" defTabSz="225425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8191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12763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17335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21907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lvl="3" eaLnBrk="1" hangingPunct="1">
              <a:lnSpc>
                <a:spcPct val="90000"/>
              </a:lnSpc>
              <a:spcBef>
                <a:spcPts val="250"/>
              </a:spcBef>
              <a:buFontTx/>
              <a:buBlip>
                <a:blip r:embed="rId2"/>
              </a:buBlip>
            </a:pPr>
            <a:r>
              <a:rPr lang="hu-HU" altLang="hu-H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Fizikai</a:t>
            </a:r>
          </a:p>
          <a:p>
            <a:pPr lvl="4" eaLnBrk="1" hangingPunct="1">
              <a:lnSpc>
                <a:spcPct val="90000"/>
              </a:lnSpc>
              <a:spcBef>
                <a:spcPts val="250"/>
              </a:spcBef>
              <a:buFontTx/>
              <a:buBlip>
                <a:blip r:embed="rId2"/>
              </a:buBlip>
            </a:pPr>
            <a:r>
              <a:rPr lang="hu-HU" altLang="hu-HU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Síkhullám</a:t>
            </a:r>
          </a:p>
          <a:p>
            <a:pPr lvl="4" eaLnBrk="1" hangingPunct="1">
              <a:lnSpc>
                <a:spcPct val="90000"/>
              </a:lnSpc>
              <a:spcBef>
                <a:spcPts val="250"/>
              </a:spcBef>
              <a:buFontTx/>
              <a:buBlip>
                <a:blip r:embed="rId2"/>
              </a:buBlip>
            </a:pPr>
            <a:r>
              <a:rPr lang="hu-HU" altLang="hu-HU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Monokromatikus</a:t>
            </a:r>
          </a:p>
          <a:p>
            <a:pPr lvl="4" eaLnBrk="1" hangingPunct="1">
              <a:lnSpc>
                <a:spcPct val="90000"/>
              </a:lnSpc>
              <a:spcBef>
                <a:spcPts val="250"/>
              </a:spcBef>
              <a:buFontTx/>
              <a:buBlip>
                <a:blip r:embed="rId2"/>
              </a:buBlip>
            </a:pPr>
            <a:r>
              <a:rPr lang="hu-HU" altLang="hu-HU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Homogén és veszteségmentes tér</a:t>
            </a:r>
          </a:p>
          <a:p>
            <a:pPr lvl="4" eaLnBrk="1" hangingPunct="1">
              <a:lnSpc>
                <a:spcPct val="90000"/>
              </a:lnSpc>
              <a:spcBef>
                <a:spcPts val="250"/>
              </a:spcBef>
              <a:buFontTx/>
              <a:buBlip>
                <a:blip r:embed="rId2"/>
              </a:buBlip>
            </a:pPr>
            <a:r>
              <a:rPr lang="hu-HU" altLang="hu-HU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Gaussi-zaj</a:t>
            </a:r>
          </a:p>
          <a:p>
            <a:pPr lvl="3" eaLnBrk="1" hangingPunct="1">
              <a:lnSpc>
                <a:spcPct val="90000"/>
              </a:lnSpc>
              <a:spcBef>
                <a:spcPts val="250"/>
              </a:spcBef>
            </a:pPr>
            <a:endParaRPr lang="hu-HU" altLang="hu-H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eaLnBrk="1" hangingPunct="1">
              <a:lnSpc>
                <a:spcPct val="90000"/>
              </a:lnSpc>
              <a:spcBef>
                <a:spcPts val="250"/>
              </a:spcBef>
              <a:buFontTx/>
              <a:buBlip>
                <a:blip r:embed="rId2"/>
              </a:buBlip>
            </a:pPr>
            <a:r>
              <a:rPr lang="hu-HU" altLang="hu-H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Antennamodell</a:t>
            </a:r>
          </a:p>
          <a:p>
            <a:pPr lvl="4" eaLnBrk="1" hangingPunct="1">
              <a:lnSpc>
                <a:spcPct val="90000"/>
              </a:lnSpc>
              <a:spcBef>
                <a:spcPts val="250"/>
              </a:spcBef>
              <a:buFontTx/>
              <a:buBlip>
                <a:blip r:embed="rId2"/>
              </a:buBlip>
            </a:pPr>
            <a:r>
              <a:rPr lang="hu-HU" altLang="hu-HU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Izotróp antennák</a:t>
            </a:r>
          </a:p>
          <a:p>
            <a:pPr lvl="4" eaLnBrk="1" hangingPunct="1">
              <a:lnSpc>
                <a:spcPct val="90000"/>
              </a:lnSpc>
              <a:spcBef>
                <a:spcPts val="250"/>
              </a:spcBef>
              <a:buFontTx/>
              <a:buBlip>
                <a:blip r:embed="rId2"/>
              </a:buBlip>
            </a:pPr>
            <a:r>
              <a:rPr lang="hu-HU" altLang="hu-HU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Shannon-tétel</a:t>
            </a:r>
          </a:p>
          <a:p>
            <a:pPr marL="177800" lvl="4" indent="0" eaLnBrk="1" hangingPunct="1">
              <a:lnSpc>
                <a:spcPct val="90000"/>
              </a:lnSpc>
              <a:spcBef>
                <a:spcPts val="250"/>
              </a:spcBef>
            </a:pPr>
            <a:endParaRPr lang="hu-HU" altLang="hu-HU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eaLnBrk="1" hangingPunct="1">
              <a:lnSpc>
                <a:spcPct val="90000"/>
              </a:lnSpc>
              <a:spcBef>
                <a:spcPts val="250"/>
              </a:spcBef>
              <a:buFontTx/>
              <a:buBlip>
                <a:blip r:embed="rId2"/>
              </a:buBlip>
            </a:pPr>
            <a:endParaRPr lang="hu-HU" altLang="hu-H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EC3A167F-2FAA-6257-614B-16966EFD52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620" y="757206"/>
            <a:ext cx="1828800" cy="1941576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96567B83-1CDA-D8DA-960E-C5FE9AC86F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40" y="2342188"/>
            <a:ext cx="653002" cy="5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674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677EDADB-5285-E9A6-B611-E6A8D75D11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 dirty="0"/>
              <a:t>Alkalmazott antennarendszer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9F5F83E7-ECF7-814F-D701-ED503B97D8E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1F87650B-86CA-4006-83BA-E35F55E5D670}" type="datetime4">
              <a:rPr lang="hu-HU" smtClean="0"/>
              <a:pPr>
                <a:defRPr/>
              </a:pPr>
              <a:t>2025. december 4.</a:t>
            </a:fld>
            <a:endParaRPr lang="hu-HU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D82B811C-D52C-91AE-32BD-CFFF32C33A6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hu-HU" dirty="0"/>
              <a:t>Kis-Herczegh Attila</a:t>
            </a:r>
            <a:r>
              <a:rPr lang="en-US" dirty="0"/>
              <a:t> – </a:t>
            </a:r>
            <a:r>
              <a:rPr lang="hu-HU" dirty="0"/>
              <a:t>Iránybecslés</a:t>
            </a:r>
          </a:p>
        </p:txBody>
      </p:sp>
      <p:sp>
        <p:nvSpPr>
          <p:cNvPr id="7" name="Szöveg helye 3">
            <a:extLst>
              <a:ext uri="{FF2B5EF4-FFF2-40B4-BE49-F238E27FC236}">
                <a16:creationId xmlns:a16="http://schemas.microsoft.com/office/drawing/2014/main" id="{B790ED3B-69EA-B6D6-4AB3-B8547A0B11B1}"/>
              </a:ext>
            </a:extLst>
          </p:cNvPr>
          <p:cNvSpPr txBox="1">
            <a:spLocks/>
          </p:cNvSpPr>
          <p:nvPr/>
        </p:nvSpPr>
        <p:spPr bwMode="auto">
          <a:xfrm>
            <a:off x="45855" y="789112"/>
            <a:ext cx="1999708" cy="342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225425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225425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defTabSz="225425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77800" indent="-177800" defTabSz="225425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361950" indent="-184150" defTabSz="225425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8191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12763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17335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21907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lvl="3" eaLnBrk="1" hangingPunct="1">
              <a:lnSpc>
                <a:spcPct val="90000"/>
              </a:lnSpc>
              <a:spcBef>
                <a:spcPts val="250"/>
              </a:spcBef>
              <a:buFontTx/>
              <a:buBlip>
                <a:blip r:embed="rId2"/>
              </a:buBlip>
            </a:pPr>
            <a:r>
              <a:rPr lang="hu-HU" altLang="hu-HU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Irányvektor (</a:t>
            </a:r>
            <a:r>
              <a:rPr lang="hu-HU" altLang="hu-HU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Steering</a:t>
            </a:r>
            <a:r>
              <a:rPr lang="hu-HU" altLang="hu-HU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altLang="hu-HU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hu-HU" altLang="hu-HU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0" lvl="3" indent="0" eaLnBrk="1" hangingPunct="1">
              <a:lnSpc>
                <a:spcPct val="90000"/>
              </a:lnSpc>
              <a:spcBef>
                <a:spcPts val="250"/>
              </a:spcBef>
            </a:pPr>
            <a:endParaRPr lang="hu-HU" altLang="hu-H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B155CBBD-B183-8415-90CC-8229C9FC5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78" y="1100061"/>
            <a:ext cx="1741462" cy="236279"/>
          </a:xfrm>
          <a:prstGeom prst="rect">
            <a:avLst/>
          </a:prstGeom>
        </p:spPr>
      </p:pic>
      <p:sp>
        <p:nvSpPr>
          <p:cNvPr id="10" name="Szöveg helye 3">
            <a:extLst>
              <a:ext uri="{FF2B5EF4-FFF2-40B4-BE49-F238E27FC236}">
                <a16:creationId xmlns:a16="http://schemas.microsoft.com/office/drawing/2014/main" id="{C9E0E019-BB9D-F4F5-1F79-3A33675E8F44}"/>
              </a:ext>
            </a:extLst>
          </p:cNvPr>
          <p:cNvSpPr txBox="1">
            <a:spLocks/>
          </p:cNvSpPr>
          <p:nvPr/>
        </p:nvSpPr>
        <p:spPr bwMode="auto">
          <a:xfrm>
            <a:off x="45855" y="1777694"/>
            <a:ext cx="1999708" cy="342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225425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225425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defTabSz="225425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77800" indent="-177800" defTabSz="225425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361950" indent="-184150" defTabSz="225425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8191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12763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17335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21907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lvl="3" eaLnBrk="1" hangingPunct="1">
              <a:lnSpc>
                <a:spcPct val="90000"/>
              </a:lnSpc>
              <a:spcBef>
                <a:spcPts val="250"/>
              </a:spcBef>
              <a:buFontTx/>
              <a:buBlip>
                <a:blip r:embed="rId2"/>
              </a:buBlip>
            </a:pPr>
            <a:r>
              <a:rPr lang="hu-HU" altLang="hu-HU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Mért jel:</a:t>
            </a:r>
          </a:p>
          <a:p>
            <a:pPr marL="0" lvl="3" indent="0" eaLnBrk="1" hangingPunct="1">
              <a:lnSpc>
                <a:spcPct val="90000"/>
              </a:lnSpc>
              <a:spcBef>
                <a:spcPts val="250"/>
              </a:spcBef>
            </a:pPr>
            <a:endParaRPr lang="hu-HU" altLang="hu-H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C4EBBD23-36A0-F678-0D98-4FB2CDF76A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189" y="2040366"/>
            <a:ext cx="2098736" cy="270944"/>
          </a:xfrm>
          <a:prstGeom prst="rect">
            <a:avLst/>
          </a:prstGeom>
        </p:spPr>
      </p:pic>
      <p:pic>
        <p:nvPicPr>
          <p:cNvPr id="16" name="Kép 15">
            <a:extLst>
              <a:ext uri="{FF2B5EF4-FFF2-40B4-BE49-F238E27FC236}">
                <a16:creationId xmlns:a16="http://schemas.microsoft.com/office/drawing/2014/main" id="{0396D783-95A7-C6A7-7B5F-8C8BB1AC9D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808" y="467329"/>
            <a:ext cx="2167727" cy="2231217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F97560FA-80EB-04A0-7EB7-D4B45F62330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55" y="2466645"/>
            <a:ext cx="2707484" cy="45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267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28D872BA-3772-B0BD-5053-346C54C000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 dirty="0"/>
              <a:t>Fourier - DOA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ED9B5445-AA42-0AAB-7D82-68808F69293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1F87650B-86CA-4006-83BA-E35F55E5D670}" type="datetime4">
              <a:rPr lang="hu-HU" smtClean="0"/>
              <a:pPr>
                <a:defRPr/>
              </a:pPr>
              <a:t>2025. december 4.</a:t>
            </a:fld>
            <a:endParaRPr lang="hu-HU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197B6662-E22E-80E7-EA20-25BB17C5C4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hu-HU"/>
              <a:t>Kis-Herczegh Attila </a:t>
            </a:r>
            <a:r>
              <a:rPr lang="en-US"/>
              <a:t>– </a:t>
            </a:r>
            <a:r>
              <a:rPr lang="hu-HU"/>
              <a:t>Iránybecslés</a:t>
            </a:r>
            <a:endParaRPr lang="hu-HU" dirty="0"/>
          </a:p>
        </p:txBody>
      </p:sp>
      <p:sp>
        <p:nvSpPr>
          <p:cNvPr id="5" name="Szöveg helye 3">
            <a:extLst>
              <a:ext uri="{FF2B5EF4-FFF2-40B4-BE49-F238E27FC236}">
                <a16:creationId xmlns:a16="http://schemas.microsoft.com/office/drawing/2014/main" id="{E6862C3F-5C74-35D2-D332-DDD0EAA6F417}"/>
              </a:ext>
            </a:extLst>
          </p:cNvPr>
          <p:cNvSpPr txBox="1">
            <a:spLocks/>
          </p:cNvSpPr>
          <p:nvPr/>
        </p:nvSpPr>
        <p:spPr bwMode="auto">
          <a:xfrm>
            <a:off x="176241" y="2484662"/>
            <a:ext cx="2395444" cy="684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225425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225425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defTabSz="225425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77800" indent="-177800" defTabSz="225425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361950" indent="-184150" defTabSz="225425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8191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12763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17335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21907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lvl="3" eaLnBrk="1" hangingPunct="1">
              <a:lnSpc>
                <a:spcPct val="90000"/>
              </a:lnSpc>
              <a:spcBef>
                <a:spcPts val="250"/>
              </a:spcBef>
              <a:buFontTx/>
              <a:buBlip>
                <a:blip r:embed="rId2"/>
              </a:buBlip>
            </a:pPr>
            <a:r>
              <a:rPr lang="hu-HU" altLang="hu-HU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Kovariancia mátrix:</a:t>
            </a:r>
          </a:p>
          <a:p>
            <a:pPr marL="0" lvl="3" indent="0" eaLnBrk="1" hangingPunct="1">
              <a:lnSpc>
                <a:spcPct val="90000"/>
              </a:lnSpc>
              <a:spcBef>
                <a:spcPts val="250"/>
              </a:spcBef>
            </a:pPr>
            <a:endParaRPr lang="hu-HU" altLang="hu-H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zöveg helye 3">
            <a:extLst>
              <a:ext uri="{FF2B5EF4-FFF2-40B4-BE49-F238E27FC236}">
                <a16:creationId xmlns:a16="http://schemas.microsoft.com/office/drawing/2014/main" id="{48AF0177-B496-CB62-E459-A16BDA60105C}"/>
              </a:ext>
            </a:extLst>
          </p:cNvPr>
          <p:cNvSpPr txBox="1">
            <a:spLocks/>
          </p:cNvSpPr>
          <p:nvPr/>
        </p:nvSpPr>
        <p:spPr bwMode="auto">
          <a:xfrm>
            <a:off x="2373366" y="2500285"/>
            <a:ext cx="2571998" cy="772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225425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225425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defTabSz="225425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77800" indent="-177800" defTabSz="225425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361950" indent="-184150" defTabSz="225425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8191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12763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17335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21907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lvl="3" eaLnBrk="1" hangingPunct="1">
              <a:lnSpc>
                <a:spcPct val="90000"/>
              </a:lnSpc>
              <a:spcBef>
                <a:spcPts val="250"/>
              </a:spcBef>
              <a:buFontTx/>
              <a:buBlip>
                <a:blip r:embed="rId2"/>
              </a:buBlip>
            </a:pPr>
            <a:r>
              <a:rPr lang="hu-HU" altLang="hu-HU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Teljesítményspektrum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D8C24BE9-0AE6-AA29-197E-F2014D2876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87" y="287020"/>
            <a:ext cx="3216719" cy="2264065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CDFCA32B-6271-CC02-229E-9A8019A1F1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249" y="2665935"/>
            <a:ext cx="1631462" cy="514930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EA6C7170-39F3-FCD8-EE1B-90E1560C7C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4255" y="2780265"/>
            <a:ext cx="1963622" cy="28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174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90CE0-F252-7CB4-562A-467AD8BBF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A0C87102-18A0-1005-D3C5-2F5919968B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 dirty="0" err="1"/>
              <a:t>Capon</a:t>
            </a:r>
            <a:r>
              <a:rPr lang="hu-HU" dirty="0"/>
              <a:t> - DOA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0CC39D5B-73F4-D2B9-8FB6-75BB235D32A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1F87650B-86CA-4006-83BA-E35F55E5D670}" type="datetime4">
              <a:rPr lang="hu-HU" smtClean="0"/>
              <a:pPr>
                <a:defRPr/>
              </a:pPr>
              <a:t>2025. december 4.</a:t>
            </a:fld>
            <a:endParaRPr lang="hu-HU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DFDA70EE-1DDB-1F40-5530-90150710814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hu-HU"/>
              <a:t>Kis-Herczegh Attila </a:t>
            </a:r>
            <a:r>
              <a:rPr lang="en-US"/>
              <a:t>– </a:t>
            </a:r>
            <a:r>
              <a:rPr lang="hu-HU"/>
              <a:t>Iránybecslés</a:t>
            </a:r>
            <a:endParaRPr lang="hu-HU" dirty="0"/>
          </a:p>
        </p:txBody>
      </p:sp>
      <p:sp>
        <p:nvSpPr>
          <p:cNvPr id="5" name="Szöveg helye 3">
            <a:extLst>
              <a:ext uri="{FF2B5EF4-FFF2-40B4-BE49-F238E27FC236}">
                <a16:creationId xmlns:a16="http://schemas.microsoft.com/office/drawing/2014/main" id="{6F8D505E-E38A-09C2-A006-1034B9C9A935}"/>
              </a:ext>
            </a:extLst>
          </p:cNvPr>
          <p:cNvSpPr txBox="1">
            <a:spLocks/>
          </p:cNvSpPr>
          <p:nvPr/>
        </p:nvSpPr>
        <p:spPr bwMode="auto">
          <a:xfrm>
            <a:off x="176241" y="2484662"/>
            <a:ext cx="1999708" cy="684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225425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225425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defTabSz="225425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77800" indent="-177800" defTabSz="225425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361950" indent="-184150" defTabSz="225425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8191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12763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17335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21907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lvl="3" eaLnBrk="1" hangingPunct="1">
              <a:lnSpc>
                <a:spcPct val="90000"/>
              </a:lnSpc>
              <a:spcBef>
                <a:spcPts val="250"/>
              </a:spcBef>
              <a:buFontTx/>
              <a:buBlip>
                <a:blip r:embed="rId2"/>
              </a:buBlip>
            </a:pPr>
            <a:r>
              <a:rPr lang="hu-HU" altLang="hu-HU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Optimális szűrő:</a:t>
            </a:r>
          </a:p>
          <a:p>
            <a:pPr marL="0" lvl="3" indent="0" eaLnBrk="1" hangingPunct="1">
              <a:lnSpc>
                <a:spcPct val="90000"/>
              </a:lnSpc>
              <a:spcBef>
                <a:spcPts val="250"/>
              </a:spcBef>
            </a:pPr>
            <a:endParaRPr lang="hu-HU" altLang="hu-H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zöveg helye 3">
            <a:extLst>
              <a:ext uri="{FF2B5EF4-FFF2-40B4-BE49-F238E27FC236}">
                <a16:creationId xmlns:a16="http://schemas.microsoft.com/office/drawing/2014/main" id="{F10A5BA7-CEC9-8620-44E6-64EF346DA584}"/>
              </a:ext>
            </a:extLst>
          </p:cNvPr>
          <p:cNvSpPr txBox="1">
            <a:spLocks/>
          </p:cNvSpPr>
          <p:nvPr/>
        </p:nvSpPr>
        <p:spPr bwMode="auto">
          <a:xfrm>
            <a:off x="2373366" y="2500285"/>
            <a:ext cx="2571998" cy="772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225425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225425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defTabSz="225425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77800" indent="-177800" defTabSz="225425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361950" indent="-184150" defTabSz="225425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8191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12763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17335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21907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lvl="3" eaLnBrk="1" hangingPunct="1">
              <a:lnSpc>
                <a:spcPct val="90000"/>
              </a:lnSpc>
              <a:spcBef>
                <a:spcPts val="250"/>
              </a:spcBef>
              <a:buFontTx/>
              <a:buBlip>
                <a:blip r:embed="rId2"/>
              </a:buBlip>
            </a:pPr>
            <a:r>
              <a:rPr lang="hu-HU" altLang="hu-HU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Teljesítményspektrum</a:t>
            </a:r>
          </a:p>
        </p:txBody>
      </p:sp>
      <p:pic>
        <p:nvPicPr>
          <p:cNvPr id="15" name="Kép 14">
            <a:extLst>
              <a:ext uri="{FF2B5EF4-FFF2-40B4-BE49-F238E27FC236}">
                <a16:creationId xmlns:a16="http://schemas.microsoft.com/office/drawing/2014/main" id="{9DF608F6-6661-CA2C-D2E2-1E7C98774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146" y="2737285"/>
            <a:ext cx="1999708" cy="384881"/>
          </a:xfrm>
          <a:prstGeom prst="rect">
            <a:avLst/>
          </a:prstGeom>
        </p:spPr>
      </p:pic>
      <p:pic>
        <p:nvPicPr>
          <p:cNvPr id="17" name="Kép 16">
            <a:extLst>
              <a:ext uri="{FF2B5EF4-FFF2-40B4-BE49-F238E27FC236}">
                <a16:creationId xmlns:a16="http://schemas.microsoft.com/office/drawing/2014/main" id="{FC933F59-1203-AC76-8BDB-6DB22AC63E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249" y="2694049"/>
            <a:ext cx="1478555" cy="384881"/>
          </a:xfrm>
          <a:prstGeom prst="rect">
            <a:avLst/>
          </a:prstGeom>
        </p:spPr>
      </p:pic>
      <p:pic>
        <p:nvPicPr>
          <p:cNvPr id="21" name="Kép 20">
            <a:extLst>
              <a:ext uri="{FF2B5EF4-FFF2-40B4-BE49-F238E27FC236}">
                <a16:creationId xmlns:a16="http://schemas.microsoft.com/office/drawing/2014/main" id="{D6EECC79-D01B-DE5A-2596-100F8A8F375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02" y="352303"/>
            <a:ext cx="3292386" cy="219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947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A1D3AA60-0C83-9B1E-18EF-CF99057A3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3838" y="152040"/>
            <a:ext cx="3200680" cy="152760"/>
          </a:xfrm>
        </p:spPr>
        <p:txBody>
          <a:bodyPr/>
          <a:lstStyle/>
          <a:p>
            <a:r>
              <a:rPr lang="hu-HU" altLang="hu-HU" dirty="0"/>
              <a:t>Szimulációs eredmények – </a:t>
            </a:r>
            <a:r>
              <a:rPr lang="hu-HU" altLang="hu-HU" dirty="0" err="1"/>
              <a:t>Sidelobe</a:t>
            </a:r>
            <a:r>
              <a:rPr lang="hu-HU" altLang="hu-HU" dirty="0"/>
              <a:t> </a:t>
            </a:r>
            <a:r>
              <a:rPr lang="hu-HU" altLang="hu-HU" dirty="0" err="1"/>
              <a:t>cancellation</a:t>
            </a:r>
            <a:endParaRPr lang="hu-HU" altLang="hu-HU" dirty="0"/>
          </a:p>
          <a:p>
            <a:endParaRPr lang="hu-HU" dirty="0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CE07940C-2CF6-8B95-909B-A40A6BDDF4D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1F87650B-86CA-4006-83BA-E35F55E5D670}" type="datetime4">
              <a:rPr lang="hu-HU" smtClean="0"/>
              <a:pPr>
                <a:defRPr/>
              </a:pPr>
              <a:t>2025. december 4.</a:t>
            </a:fld>
            <a:endParaRPr lang="hu-HU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9F71197E-46DA-F34A-2042-1C35F68FB6A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hu-HU"/>
              <a:t>Kis-Herczegh Attila </a:t>
            </a:r>
            <a:r>
              <a:rPr lang="en-US"/>
              <a:t>– </a:t>
            </a:r>
            <a:r>
              <a:rPr lang="hu-HU"/>
              <a:t>Iránybecslés</a:t>
            </a:r>
            <a:endParaRPr lang="hu-HU" dirty="0"/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4F3340C4-F611-DAC8-B3DA-EDD0CE8D8E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85" y="416860"/>
            <a:ext cx="4257003" cy="279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230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70459-7404-E744-2202-18DA0ED4F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C0F1B29A-4A04-780D-EBCF-581B52ADBB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 altLang="hu-HU" dirty="0"/>
              <a:t>Szimulációs eredmények - Felbontás</a:t>
            </a:r>
          </a:p>
          <a:p>
            <a:endParaRPr lang="hu-HU" dirty="0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C57FDF65-7338-797B-CBDC-DFC189A036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1F87650B-86CA-4006-83BA-E35F55E5D670}" type="datetime4">
              <a:rPr lang="hu-HU" smtClean="0"/>
              <a:pPr>
                <a:defRPr/>
              </a:pPr>
              <a:t>2025. december 4.</a:t>
            </a:fld>
            <a:endParaRPr lang="hu-HU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277A73F1-3D69-7198-527A-00DB83C46EB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hu-HU"/>
              <a:t>Kis-Herczegh Attila </a:t>
            </a:r>
            <a:r>
              <a:rPr lang="en-US"/>
              <a:t>– </a:t>
            </a:r>
            <a:r>
              <a:rPr lang="hu-HU"/>
              <a:t>Iránybecslés</a:t>
            </a:r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C76CB447-C89B-7FEF-FF0E-C7D760FC69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95" y="368268"/>
            <a:ext cx="4219093" cy="282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72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4980A241-C462-5EF6-65E0-1D085CD5EF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 dirty="0"/>
              <a:t>Valós mérés - Antennarendszer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D94AD1C1-4648-9816-DEC9-76F42678592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1F87650B-86CA-4006-83BA-E35F55E5D670}" type="datetime4">
              <a:rPr lang="hu-HU" smtClean="0"/>
              <a:pPr>
                <a:defRPr/>
              </a:pPr>
              <a:t>2025. december 4.</a:t>
            </a:fld>
            <a:endParaRPr lang="hu-HU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E3545E24-B1F1-996A-A0C0-A1043ECC9C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hu-HU"/>
              <a:t>Kis-Herczegh Attila </a:t>
            </a:r>
            <a:r>
              <a:rPr lang="en-US"/>
              <a:t>– </a:t>
            </a:r>
            <a:r>
              <a:rPr lang="hu-HU"/>
              <a:t>Iránybecslés</a:t>
            </a:r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FA4E9007-FE9F-7A7A-A62B-023BAAE47B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90" y="443489"/>
            <a:ext cx="1926758" cy="2569010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059BAF32-E455-9998-53BD-7855DC953C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4256" y="618463"/>
            <a:ext cx="2092632" cy="21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859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65D39-36E8-2D49-3316-94BCD89AB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49083279-3D5A-2B9C-C7FB-9419965201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 dirty="0"/>
              <a:t>Valós mérés – Széchenyi-hegy adó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D6C4CFCA-FF63-F32B-0FDF-F9B59136B81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1F87650B-86CA-4006-83BA-E35F55E5D670}" type="datetime4">
              <a:rPr lang="hu-HU" smtClean="0"/>
              <a:pPr>
                <a:defRPr/>
              </a:pPr>
              <a:t>2025. december 4.</a:t>
            </a:fld>
            <a:endParaRPr lang="hu-HU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0EA0203C-E66F-C37A-6F50-B64FF646F4F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hu-HU"/>
              <a:t>Kis-Herczegh Attila </a:t>
            </a:r>
            <a:r>
              <a:rPr lang="en-US"/>
              <a:t>– </a:t>
            </a:r>
            <a:r>
              <a:rPr lang="hu-HU"/>
              <a:t>Iránybecslés</a:t>
            </a:r>
            <a:endParaRPr lang="hu-HU" dirty="0"/>
          </a:p>
        </p:txBody>
      </p:sp>
      <p:sp>
        <p:nvSpPr>
          <p:cNvPr id="9" name="Szöveg helye 3">
            <a:extLst>
              <a:ext uri="{FF2B5EF4-FFF2-40B4-BE49-F238E27FC236}">
                <a16:creationId xmlns:a16="http://schemas.microsoft.com/office/drawing/2014/main" id="{000387AD-9EEA-54FA-4DAF-CD0247E73DD2}"/>
              </a:ext>
            </a:extLst>
          </p:cNvPr>
          <p:cNvSpPr txBox="1">
            <a:spLocks/>
          </p:cNvSpPr>
          <p:nvPr/>
        </p:nvSpPr>
        <p:spPr bwMode="auto">
          <a:xfrm>
            <a:off x="-25361" y="2296470"/>
            <a:ext cx="1537447" cy="291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225425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225425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defTabSz="225425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77800" indent="-177800" defTabSz="225425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361950" indent="-184150" defTabSz="225425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8191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12763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17335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21907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lvl="3" eaLnBrk="1" hangingPunct="1">
              <a:lnSpc>
                <a:spcPct val="90000"/>
              </a:lnSpc>
              <a:spcBef>
                <a:spcPts val="250"/>
              </a:spcBef>
              <a:buFontTx/>
              <a:buBlip>
                <a:blip r:embed="rId2"/>
              </a:buBlip>
            </a:pPr>
            <a:r>
              <a:rPr lang="hu-HU" altLang="hu-HU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Frekvencia: 554 MHz</a:t>
            </a:r>
          </a:p>
          <a:p>
            <a:pPr marL="0" lvl="3" indent="0" eaLnBrk="1" hangingPunct="1">
              <a:lnSpc>
                <a:spcPct val="90000"/>
              </a:lnSpc>
              <a:spcBef>
                <a:spcPts val="250"/>
              </a:spcBef>
            </a:pPr>
            <a:endParaRPr lang="hu-HU" altLang="hu-H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7F242E2F-164F-9394-1BB6-55469A7059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973" y="2339065"/>
            <a:ext cx="709269" cy="808281"/>
          </a:xfrm>
          <a:prstGeom prst="rect">
            <a:avLst/>
          </a:prstGeom>
        </p:spPr>
      </p:pic>
      <p:sp>
        <p:nvSpPr>
          <p:cNvPr id="12" name="Szöveg helye 3">
            <a:extLst>
              <a:ext uri="{FF2B5EF4-FFF2-40B4-BE49-F238E27FC236}">
                <a16:creationId xmlns:a16="http://schemas.microsoft.com/office/drawing/2014/main" id="{184E6674-F913-C478-0B3E-F2113345CFD4}"/>
              </a:ext>
            </a:extLst>
          </p:cNvPr>
          <p:cNvSpPr txBox="1">
            <a:spLocks/>
          </p:cNvSpPr>
          <p:nvPr/>
        </p:nvSpPr>
        <p:spPr bwMode="auto">
          <a:xfrm>
            <a:off x="2304255" y="2968331"/>
            <a:ext cx="2395444" cy="684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225425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225425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defTabSz="225425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77800" indent="-177800" defTabSz="225425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361950" indent="-184150" defTabSz="225425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8191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12763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17335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2190750" indent="-184150" defTabSz="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lvl="3" indent="0" eaLnBrk="1" hangingPunct="1">
              <a:lnSpc>
                <a:spcPct val="90000"/>
              </a:lnSpc>
              <a:spcBef>
                <a:spcPts val="250"/>
              </a:spcBef>
            </a:pPr>
            <a:r>
              <a:rPr lang="hu-HU" altLang="hu-HU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Kerberos SDR</a:t>
            </a:r>
          </a:p>
        </p:txBody>
      </p:sp>
      <p:pic>
        <p:nvPicPr>
          <p:cNvPr id="14" name="Kép 13">
            <a:extLst>
              <a:ext uri="{FF2B5EF4-FFF2-40B4-BE49-F238E27FC236}">
                <a16:creationId xmlns:a16="http://schemas.microsoft.com/office/drawing/2014/main" id="{9BC84126-0761-D9E3-6313-4F28782A56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517183"/>
            <a:ext cx="4608513" cy="176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115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3CE37-08A2-049D-6004-040A34A62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C8909DC3-0330-D2D7-E00D-127EA99BC1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 dirty="0"/>
              <a:t>Valós mérés - Szimulált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3E85D5B1-1903-6185-481A-82B74FFC671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1F87650B-86CA-4006-83BA-E35F55E5D670}" type="datetime4">
              <a:rPr lang="hu-HU" smtClean="0"/>
              <a:pPr>
                <a:defRPr/>
              </a:pPr>
              <a:t>2025. december 4.</a:t>
            </a:fld>
            <a:endParaRPr lang="hu-HU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3D7A6CBE-9016-CE1E-1D58-6C5E8DF4E9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hu-HU"/>
              <a:t>Kis-Herczegh Attila </a:t>
            </a:r>
            <a:r>
              <a:rPr lang="en-US"/>
              <a:t>– </a:t>
            </a:r>
            <a:r>
              <a:rPr lang="hu-HU"/>
              <a:t>Iránybecslés</a:t>
            </a:r>
            <a:endParaRPr lang="hu-HU" dirty="0"/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A8DBA3CD-81D7-6D87-8DEC-0DA830285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10" y="363389"/>
            <a:ext cx="4009092" cy="2830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52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E5660-9226-FF4C-912A-5C4960C1A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F20DF3BB-97E0-551F-0064-DAB0A125C2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 dirty="0"/>
              <a:t>Valós mérés - Mért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36841FF4-A0E4-6AEE-3FC8-0CFB7BF4F64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1F87650B-86CA-4006-83BA-E35F55E5D670}" type="datetime4">
              <a:rPr lang="hu-HU" smtClean="0"/>
              <a:pPr>
                <a:defRPr/>
              </a:pPr>
              <a:t>2025. december 4.</a:t>
            </a:fld>
            <a:endParaRPr lang="hu-HU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5B4FB8DC-F8F7-E837-7F72-870E09D728C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hu-HU"/>
              <a:t>Kis-Herczegh Attila </a:t>
            </a:r>
            <a:r>
              <a:rPr lang="en-US"/>
              <a:t>– </a:t>
            </a:r>
            <a:r>
              <a:rPr lang="hu-HU"/>
              <a:t>Iránybecslés</a:t>
            </a:r>
            <a:endParaRPr lang="hu-HU" dirty="0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E8FAD602-4834-E5FD-1E97-1EDD43FC9D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499" y="373182"/>
            <a:ext cx="4019513" cy="2811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3784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name="Office-téma">
  <a:themeElements>
    <a:clrScheme name="Office-té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gyéni 1. séma">
      <a:majorFont>
        <a:latin typeface="Microsoft Sans Serif"/>
        <a:ea typeface=""/>
        <a:cs typeface=""/>
      </a:majorFont>
      <a:minorFont>
        <a:latin typeface="Microsoft Sans Serif"/>
        <a:ea typeface=""/>
        <a:cs typeface="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 dpi="0" rotWithShape="0">
          <a:blip xmlns:r="http://schemas.openxmlformats.org/officeDocument/2006/relationships" r:embed="rId1"/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 noProof="0" dirty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defRPr sz="700" dirty="0" smtClean="0">
            <a:latin typeface="Nimbus Sans L" panose="02000503000000000000" pitchFamily="2" charset="-1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3367</TotalTime>
  <Words>170</Words>
  <Application>Microsoft Office PowerPoint</Application>
  <PresentationFormat>Egyéni</PresentationFormat>
  <Paragraphs>55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9" baseType="lpstr">
      <vt:lpstr>Times New Roman</vt:lpstr>
      <vt:lpstr>Microsoft Sans Serif</vt:lpstr>
      <vt:lpstr>Calibri</vt:lpstr>
      <vt:lpstr>Liberation Sans</vt:lpstr>
      <vt:lpstr>Arial</vt:lpstr>
      <vt:lpstr>Calibri Light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BME-HVT</dc:creator>
  <cp:lastModifiedBy>Attila Kis-Herczegh</cp:lastModifiedBy>
  <cp:revision>755</cp:revision>
  <dcterms:created xsi:type="dcterms:W3CDTF">2016-04-11T16:09:31Z</dcterms:created>
  <dcterms:modified xsi:type="dcterms:W3CDTF">2025-12-04T15:18:45Z</dcterms:modified>
</cp:coreProperties>
</file>